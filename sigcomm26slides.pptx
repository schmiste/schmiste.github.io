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7" r:id="rId2"/>
    <p:sldId id="310" r:id="rId3"/>
    <p:sldId id="311" r:id="rId4"/>
    <p:sldId id="312" r:id="rId5"/>
    <p:sldId id="321" r:id="rId6"/>
    <p:sldId id="262" r:id="rId7"/>
    <p:sldId id="271" r:id="rId8"/>
    <p:sldId id="272" r:id="rId9"/>
    <p:sldId id="273" r:id="rId10"/>
    <p:sldId id="275" r:id="rId11"/>
    <p:sldId id="306" r:id="rId12"/>
    <p:sldId id="288" r:id="rId13"/>
    <p:sldId id="307" r:id="rId14"/>
    <p:sldId id="305" r:id="rId15"/>
    <p:sldId id="289" r:id="rId16"/>
    <p:sldId id="308" r:id="rId17"/>
    <p:sldId id="290" r:id="rId18"/>
    <p:sldId id="291" r:id="rId19"/>
    <p:sldId id="317" r:id="rId20"/>
    <p:sldId id="318" r:id="rId21"/>
    <p:sldId id="319" r:id="rId22"/>
    <p:sldId id="320" r:id="rId23"/>
    <p:sldId id="295" r:id="rId24"/>
    <p:sldId id="265" r:id="rId25"/>
    <p:sldId id="279" r:id="rId26"/>
    <p:sldId id="281" r:id="rId27"/>
    <p:sldId id="263" r:id="rId28"/>
    <p:sldId id="287" r:id="rId29"/>
    <p:sldId id="283" r:id="rId30"/>
    <p:sldId id="284" r:id="rId31"/>
    <p:sldId id="285" r:id="rId32"/>
    <p:sldId id="286" r:id="rId33"/>
    <p:sldId id="322" r:id="rId34"/>
    <p:sldId id="282" r:id="rId35"/>
    <p:sldId id="301" r:id="rId36"/>
    <p:sldId id="302" r:id="rId37"/>
    <p:sldId id="303" r:id="rId38"/>
    <p:sldId id="300" r:id="rId39"/>
    <p:sldId id="298" r:id="rId40"/>
    <p:sldId id="268" r:id="rId41"/>
    <p:sldId id="269" r:id="rId42"/>
    <p:sldId id="276" r:id="rId43"/>
    <p:sldId id="264" r:id="rId44"/>
    <p:sldId id="304" r:id="rId45"/>
    <p:sldId id="296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450"/>
    <a:srgbClr val="D7E701"/>
    <a:srgbClr val="2C8737"/>
    <a:srgbClr val="D22A94"/>
    <a:srgbClr val="D58138"/>
    <a:srgbClr val="C832D3"/>
    <a:srgbClr val="FFFFFF"/>
    <a:srgbClr val="C50C1E"/>
    <a:srgbClr val="FFF301"/>
    <a:srgbClr val="F4F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51E22-40B3-08EB-4334-C8955F8C60B9}" v="54" dt="2026-08-11T08:24:25.891"/>
    <p1510:client id="{A2EFFFD5-23CE-55CF-EB9B-240690D1CCA2}" v="463" dt="2026-08-11T13:06:29.262"/>
    <p1510:client id="{A7C526CA-D58C-D2F6-F112-DB8F428D1BD8}" v="1791" dt="2026-08-11T12:31:26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266" autoAdjust="0"/>
  </p:normalViewPr>
  <p:slideViewPr>
    <p:cSldViewPr snapToGrid="0" snapToObjects="1">
      <p:cViewPr varScale="1">
        <p:scale>
          <a:sx n="150" d="100"/>
          <a:sy n="150" d="100"/>
        </p:scale>
        <p:origin x="20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667BD4-1F44-46FB-A4B9-D7230AA1FD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95FBC-EC56-26BC-ACC6-24C6F0562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4C9E3-A4FE-43E6-BC62-1171E6CD25BD}" type="datetimeFigureOut">
              <a:rPr lang="de-DE" smtClean="0"/>
              <a:t>18.10.2026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C433A-8480-4702-2ABA-A548D62859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A79EC-E7E6-9E0A-3098-8BE738791B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F2CAE-412A-4E15-8CC9-070367E460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52706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19B94-40FC-45A8-B0D1-E1CE1D3401E0}" type="datetimeFigureOut">
              <a:rPr lang="de-DE" smtClean="0"/>
              <a:t>18.10.2026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479AB-0666-455F-82DD-D5632EC6A5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1502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Result of joint collaboration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8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9EF1-0151-C380-EDE8-7AC11424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93287-11E8-94E9-30FF-324E5DA4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8161E-4EC0-A8D0-771F-624961DEF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Communication accounts for an increasing fraction of the overall execution.</a:t>
            </a:r>
          </a:p>
          <a:p>
            <a:endParaRPr lang="de-DE" dirty="0"/>
          </a:p>
          <a:p>
            <a:r>
              <a:rPr lang="de-DE" dirty="0"/>
              <a:t>Particularly for small vector sizes, latency rather than bandwidth becomes determining factor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02618-19D9-CAB0-796B-AC833CD4F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19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6EB4-9F35-7922-5D07-40DFB8EC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332DC-3AD3-25B0-F479-0405231AC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B5426-CE28-5512-2870-CFC7B268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Communication accounts for an increasing fraction of the overall execution.</a:t>
            </a:r>
          </a:p>
          <a:p>
            <a:endParaRPr lang="de-DE" dirty="0"/>
          </a:p>
          <a:p>
            <a:r>
              <a:rPr lang="de-DE" dirty="0"/>
              <a:t>Particularly for small vector sizes, latency rather than bandwidth becomes determining factor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D1408-0F00-BE5A-FD40-4D0E0BA92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01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846D-D316-D794-F46D-E1481064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D2FEC-69CE-6CCE-FFEA-A9DEDE42A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F0A07-3E24-B057-40B8-A3597B028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Communication accounts for an increasing fraction of the overall execution.</a:t>
            </a:r>
          </a:p>
          <a:p>
            <a:endParaRPr lang="de-DE" dirty="0"/>
          </a:p>
          <a:p>
            <a:r>
              <a:rPr lang="de-DE" dirty="0"/>
              <a:t>Particularly for small vector sizes, latency rather than bandwidth becomes determining factor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91847-9F2E-7A54-2C45-3C64862FF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12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C21A-2945-9823-C45C-E347D8C4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2748C-3351-6B5B-16E9-198057B65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D80C2-0468-1344-5F80-6B31E8B24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Mention congestion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685BE-FEB0-259C-661B-4D65717BF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96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081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We fix a node r from which we follow the communication pattern of both algorithms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8581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 compare and evaluation trivance to existing state-of-the-art allreduce approaches, we implement them in SST and simulated them for varying network parameters and topology shapes and sizes.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88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570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Tradeoff point shifts to the 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448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 conclude: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 showed that latency is becoming increasingly important for AllReduce in multiport torus networks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 We proposed trivance, a new latency optimal algorithm for bidirectional rings which completes in log_3 n communication steps</a:t>
            </a:r>
          </a:p>
          <a:p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We showed in our simulation how joint reductions improve completion compared to state-of-the-art algorithms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For latency sensitive scenarios and consistently for 3D torus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75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g"/><Relationship Id="rId4" Type="http://schemas.openxmlformats.org/officeDocument/2006/relationships/image" Target="file:////Volumes/vereinsdaten/Grafik%20(Karen)/000_Aktuelle%20Projekte/230817_Corporate_Design/Layout/230911_PPT-Vorlagen/Elemente/WI-Logo.png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 descr="TU_Logo_lang_RGB_rot_PPT-1">
            <a:extLst>
              <a:ext uri="{FF2B5EF4-FFF2-40B4-BE49-F238E27FC236}">
                <a16:creationId xmlns:a16="http://schemas.microsoft.com/office/drawing/2014/main" id="{00C8F25B-7C6E-7D26-ECAB-D8BC95081C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790687" y="4824124"/>
            <a:ext cx="1564011" cy="87335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A1833C6-ACFD-BCB9-65B8-D0A3FB7DC9EF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/>
          <a:srcRect/>
          <a:stretch>
            <a:fillRect/>
          </a:stretch>
        </p:blipFill>
        <p:spPr>
          <a:xfrm>
            <a:off x="419187" y="4937782"/>
            <a:ext cx="2641602" cy="697218"/>
          </a:xfrm>
          <a:prstGeom prst="rect">
            <a:avLst/>
          </a:prstGeom>
        </p:spPr>
      </p:pic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8902C11B-F3EA-E257-9FC2-3B4B52A46277}"/>
              </a:ext>
            </a:extLst>
          </p:cNvPr>
          <p:cNvSpPr/>
          <p:nvPr userDrawn="1"/>
        </p:nvSpPr>
        <p:spPr>
          <a:xfrm>
            <a:off x="757928" y="510631"/>
            <a:ext cx="7137400" cy="1568306"/>
          </a:xfrm>
          <a:prstGeom prst="flowChartTerminator">
            <a:avLst/>
          </a:prstGeom>
          <a:solidFill>
            <a:srgbClr val="C50C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0" dirty="0">
                <a:latin typeface="Arial" panose="020B0604020202020204" pitchFamily="34" charset="0"/>
                <a:cs typeface="Arial" panose="020B0604020202020204" pitchFamily="34" charset="0"/>
              </a:rPr>
              <a:t>Trivance: Latency-Optimal AllReduce by Shortcutting Multiport Networks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B143A1-89A6-BB36-A72A-4966B90C217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441611" y="4597400"/>
            <a:ext cx="2641602" cy="14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542" y="240650"/>
            <a:ext cx="6543607" cy="7096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7035-C127-1EC5-BE22-E6931269E348}"/>
              </a:ext>
            </a:extLst>
          </p:cNvPr>
          <p:cNvSpPr txBox="1"/>
          <p:nvPr userDrawn="1"/>
        </p:nvSpPr>
        <p:spPr>
          <a:xfrm>
            <a:off x="8686800" y="6578314"/>
            <a:ext cx="3854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CEB47DA-962B-4C93-9274-3E0678320620}" type="slidenum">
              <a:rPr lang="de-DE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‹Nr.›</a:t>
            </a:fld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2078E1-F426-36AA-3340-85B438BF4C93}"/>
              </a:ext>
            </a:extLst>
          </p:cNvPr>
          <p:cNvGrpSpPr/>
          <p:nvPr userDrawn="1"/>
        </p:nvGrpSpPr>
        <p:grpSpPr>
          <a:xfrm>
            <a:off x="-1" y="6532282"/>
            <a:ext cx="9144004" cy="324224"/>
            <a:chOff x="-1" y="6532282"/>
            <a:chExt cx="9144004" cy="3242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008B91-D5F3-F103-6FBF-5C60B2D492DF}"/>
                </a:ext>
              </a:extLst>
            </p:cNvPr>
            <p:cNvSpPr/>
            <p:nvPr userDrawn="1"/>
          </p:nvSpPr>
          <p:spPr>
            <a:xfrm>
              <a:off x="-1" y="6532282"/>
              <a:ext cx="2994213" cy="324224"/>
            </a:xfrm>
            <a:prstGeom prst="rect">
              <a:avLst/>
            </a:prstGeom>
            <a:solidFill>
              <a:srgbClr val="C50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741F7F-CB0F-F813-26E7-C7476D361CEE}"/>
                </a:ext>
              </a:extLst>
            </p:cNvPr>
            <p:cNvSpPr txBox="1"/>
            <p:nvPr userDrawn="1"/>
          </p:nvSpPr>
          <p:spPr>
            <a:xfrm>
              <a:off x="159572" y="6605498"/>
              <a:ext cx="283464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Anton Juerss et al. (Weizenbaum Institute)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8CB059-5A32-D6D5-1291-B0F5F6F6B0C5}"/>
                </a:ext>
              </a:extLst>
            </p:cNvPr>
            <p:cNvSpPr/>
            <p:nvPr userDrawn="1"/>
          </p:nvSpPr>
          <p:spPr>
            <a:xfrm>
              <a:off x="2994212" y="6532282"/>
              <a:ext cx="3155578" cy="324224"/>
            </a:xfrm>
            <a:prstGeom prst="rect">
              <a:avLst/>
            </a:prstGeom>
            <a:solidFill>
              <a:srgbClr val="9E0A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D27EDA-0E82-E16B-8651-09364F173E87}"/>
                </a:ext>
              </a:extLst>
            </p:cNvPr>
            <p:cNvSpPr/>
            <p:nvPr userDrawn="1"/>
          </p:nvSpPr>
          <p:spPr>
            <a:xfrm>
              <a:off x="6149790" y="6532282"/>
              <a:ext cx="2994213" cy="324224"/>
            </a:xfrm>
            <a:prstGeom prst="rect">
              <a:avLst/>
            </a:prstGeom>
            <a:solidFill>
              <a:srgbClr val="7607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CC64E4-40E8-C7CC-66DD-A1FF28F32568}"/>
                </a:ext>
              </a:extLst>
            </p:cNvPr>
            <p:cNvSpPr txBox="1"/>
            <p:nvPr userDrawn="1"/>
          </p:nvSpPr>
          <p:spPr>
            <a:xfrm>
              <a:off x="3482907" y="6611279"/>
              <a:ext cx="217818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Trivance: Latency-Optimal AllReduce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1E3272-5D47-FB33-9D22-48268D108EE1}"/>
                </a:ext>
              </a:extLst>
            </p:cNvPr>
            <p:cNvSpPr txBox="1"/>
            <p:nvPr userDrawn="1"/>
          </p:nvSpPr>
          <p:spPr>
            <a:xfrm>
              <a:off x="6538382" y="6614913"/>
              <a:ext cx="217818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SIGCOMM‘26 Denver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4543" y="240650"/>
            <a:ext cx="5416550" cy="709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ABC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4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4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image" Target="../media/image350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00.png"/><Relationship Id="rId7" Type="http://schemas.openxmlformats.org/officeDocument/2006/relationships/image" Target="../media/image1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10" Type="http://schemas.openxmlformats.org/officeDocument/2006/relationships/image" Target="../media/image190.png"/><Relationship Id="rId4" Type="http://schemas.openxmlformats.org/officeDocument/2006/relationships/image" Target="../media/image210.png"/><Relationship Id="rId9" Type="http://schemas.openxmlformats.org/officeDocument/2006/relationships/image" Target="../media/image18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30.png"/><Relationship Id="rId7" Type="http://schemas.openxmlformats.org/officeDocument/2006/relationships/image" Target="../media/image16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90.png"/><Relationship Id="rId5" Type="http://schemas.openxmlformats.org/officeDocument/2006/relationships/image" Target="../media/image140.png"/><Relationship Id="rId10" Type="http://schemas.openxmlformats.org/officeDocument/2006/relationships/image" Target="../media/image52.png"/><Relationship Id="rId4" Type="http://schemas.openxmlformats.org/officeDocument/2006/relationships/image" Target="../media/image240.png"/><Relationship Id="rId9" Type="http://schemas.openxmlformats.org/officeDocument/2006/relationships/image" Target="../media/image18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8146B-0251-2684-4A8A-596F12676C31}"/>
              </a:ext>
            </a:extLst>
          </p:cNvPr>
          <p:cNvSpPr txBox="1"/>
          <p:nvPr/>
        </p:nvSpPr>
        <p:spPr>
          <a:xfrm>
            <a:off x="1035050" y="3179117"/>
            <a:ext cx="767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dirty="0">
                <a:latin typeface="Arial" panose="020B0604020202020204" pitchFamily="34" charset="0"/>
                <a:cs typeface="Arial" panose="020B0604020202020204" pitchFamily="34" charset="0"/>
              </a:rPr>
              <a:t>Anton Juerss</a:t>
            </a:r>
            <a:r>
              <a:rPr lang="de-DE" baseline="80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, Vamsi Addanki</a:t>
            </a:r>
            <a:r>
              <a:rPr lang="de-DE" baseline="8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, Stefan Schmid</a:t>
            </a:r>
            <a:r>
              <a:rPr lang="de-DE" baseline="80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1A982-4358-24D0-C5CF-EEDA9D9BACFC}"/>
              </a:ext>
            </a:extLst>
          </p:cNvPr>
          <p:cNvSpPr txBox="1"/>
          <p:nvPr/>
        </p:nvSpPr>
        <p:spPr>
          <a:xfrm>
            <a:off x="152400" y="4699000"/>
            <a:ext cx="323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68DB2-6E4A-98DC-5DF2-57DA4A65E0A2}"/>
              </a:ext>
            </a:extLst>
          </p:cNvPr>
          <p:cNvSpPr txBox="1"/>
          <p:nvPr/>
        </p:nvSpPr>
        <p:spPr>
          <a:xfrm>
            <a:off x="3365500" y="4699000"/>
            <a:ext cx="323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056F-FAF6-84BF-A1A1-6000E620F7CE}"/>
              </a:ext>
            </a:extLst>
          </p:cNvPr>
          <p:cNvSpPr txBox="1"/>
          <p:nvPr/>
        </p:nvSpPr>
        <p:spPr>
          <a:xfrm>
            <a:off x="6642100" y="4699000"/>
            <a:ext cx="323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820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4101-3647-A86F-C087-1ECBD653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2424E-2192-7E43-8DFA-20DE7EA248A7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AllReduce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torus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networks</a:t>
            </a:r>
            <a:endParaRPr lang="de-DE" sz="28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68F11-41AD-6EE1-85FC-2AEED027B97E}"/>
              </a:ext>
            </a:extLst>
          </p:cNvPr>
          <p:cNvSpPr txBox="1"/>
          <p:nvPr/>
        </p:nvSpPr>
        <p:spPr>
          <a:xfrm>
            <a:off x="321595" y="998406"/>
            <a:ext cx="8039890" cy="142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 err="1">
                <a:latin typeface="Arial"/>
                <a:cs typeface="Arial"/>
              </a:rPr>
              <a:t>AllReduce</a:t>
            </a:r>
            <a:r>
              <a:rPr lang="de-DE" b="1" dirty="0">
                <a:latin typeface="Arial"/>
                <a:cs typeface="Arial"/>
              </a:rPr>
              <a:t> </a:t>
            </a:r>
            <a:r>
              <a:rPr lang="de-DE" dirty="0">
                <a:latin typeface="Arial"/>
                <a:cs typeface="Arial"/>
              </a:rPr>
              <a:t>= Aggregation </a:t>
            </a:r>
            <a:r>
              <a:rPr lang="de-DE" dirty="0" err="1">
                <a:latin typeface="Arial"/>
                <a:cs typeface="Arial"/>
              </a:rPr>
              <a:t>across</a:t>
            </a:r>
            <a:r>
              <a:rPr lang="de-DE" dirty="0">
                <a:latin typeface="Arial"/>
                <a:cs typeface="Arial"/>
              </a:rPr>
              <a:t> all </a:t>
            </a:r>
            <a:r>
              <a:rPr lang="de-DE" dirty="0" err="1">
                <a:latin typeface="Arial"/>
                <a:cs typeface="Arial"/>
              </a:rPr>
              <a:t>nodes</a:t>
            </a:r>
            <a:r>
              <a:rPr lang="de-DE" dirty="0">
                <a:latin typeface="Arial"/>
                <a:cs typeface="Arial"/>
              </a:rPr>
              <a:t> — </a:t>
            </a:r>
            <a:r>
              <a:rPr lang="de-DE" dirty="0" err="1">
                <a:latin typeface="Arial"/>
                <a:cs typeface="Arial"/>
              </a:rPr>
              <a:t>distribute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result</a:t>
            </a:r>
            <a:r>
              <a:rPr lang="de-DE" dirty="0">
                <a:latin typeface="Arial"/>
                <a:cs typeface="Arial"/>
              </a:rPr>
              <a:t> to all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dirty="0">
                <a:latin typeface="Arial"/>
                <a:cs typeface="Arial"/>
              </a:rPr>
              <a:t>Small </a:t>
            </a:r>
            <a:r>
              <a:rPr lang="de-DE" dirty="0" err="1">
                <a:latin typeface="Arial"/>
                <a:cs typeface="Arial"/>
              </a:rPr>
              <a:t>AllReduce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operations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increasingly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latency</a:t>
            </a:r>
            <a:r>
              <a:rPr lang="de-DE" dirty="0">
                <a:latin typeface="Arial"/>
                <a:cs typeface="Arial"/>
              </a:rPr>
              <a:t>-sensitive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de-DE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A97123-83D2-1129-27F4-E64166E66976}"/>
              </a:ext>
            </a:extLst>
          </p:cNvPr>
          <p:cNvSpPr txBox="1"/>
          <p:nvPr/>
        </p:nvSpPr>
        <p:spPr>
          <a:xfrm>
            <a:off x="920122" y="2289039"/>
            <a:ext cx="4001128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SIGCOMM'26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DynamiQ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Accelerating</a:t>
            </a:r>
            <a:r>
              <a:rPr lang="de-DE" sz="1000" dirty="0">
                <a:latin typeface="Arial"/>
                <a:ea typeface="+mn-lt"/>
                <a:cs typeface="Arial"/>
              </a:rPr>
              <a:t> Gradient </a:t>
            </a:r>
            <a:r>
              <a:rPr lang="de-DE" sz="1000" dirty="0" err="1">
                <a:latin typeface="Arial"/>
                <a:ea typeface="+mn-lt"/>
                <a:cs typeface="Arial"/>
              </a:rPr>
              <a:t>Synchronization</a:t>
            </a:r>
            <a:r>
              <a:rPr lang="de-DE" sz="1000" dirty="0">
                <a:latin typeface="Arial"/>
                <a:ea typeface="+mn-lt"/>
                <a:cs typeface="Arial"/>
              </a:rPr>
              <a:t> </a:t>
            </a:r>
            <a:r>
              <a:rPr lang="de-DE" sz="1000" dirty="0" err="1">
                <a:latin typeface="Arial"/>
                <a:ea typeface="+mn-lt"/>
                <a:cs typeface="Arial"/>
              </a:rPr>
              <a:t>using</a:t>
            </a:r>
            <a:r>
              <a:rPr lang="de-DE" sz="1000" dirty="0">
                <a:latin typeface="Arial"/>
                <a:ea typeface="+mn-lt"/>
                <a:cs typeface="Arial"/>
              </a:rPr>
              <a:t> Compressed Multi-</a:t>
            </a:r>
            <a:r>
              <a:rPr lang="de-DE" sz="1000" dirty="0" err="1">
                <a:latin typeface="Arial"/>
                <a:ea typeface="+mn-lt"/>
                <a:cs typeface="Arial"/>
              </a:rPr>
              <a:t>hop</a:t>
            </a:r>
            <a:r>
              <a:rPr lang="de-DE" sz="1000" dirty="0">
                <a:latin typeface="Arial"/>
                <a:ea typeface="+mn-lt"/>
                <a:cs typeface="Arial"/>
              </a:rPr>
              <a:t> All-</a:t>
            </a:r>
            <a:r>
              <a:rPr lang="de-DE" sz="1000" dirty="0" err="1">
                <a:latin typeface="Arial"/>
                <a:ea typeface="+mn-lt"/>
                <a:cs typeface="Arial"/>
              </a:rPr>
              <a:t>reduce</a:t>
            </a:r>
            <a:endParaRPr lang="en-US" sz="1000" dirty="0">
              <a:latin typeface="Arial"/>
              <a:cs typeface="Arial"/>
            </a:endParaRPr>
          </a:p>
          <a:p>
            <a:r>
              <a:rPr lang="de-DE" sz="1000" i="1" dirty="0">
                <a:latin typeface="Arial" panose="020B0604020202020204" pitchFamily="34" charset="0"/>
                <a:cs typeface="Arial" panose="020B0604020202020204" pitchFamily="34" charset="0"/>
              </a:rPr>
              <a:t>Wenchen Han, Shay Vargaftik, Michael Mitzenmacher, Ran Ben Basat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3C8048-81CB-D266-0F80-E342E8535DCF}"/>
              </a:ext>
            </a:extLst>
          </p:cNvPr>
          <p:cNvSpPr txBox="1"/>
          <p:nvPr/>
        </p:nvSpPr>
        <p:spPr>
          <a:xfrm>
            <a:off x="5172065" y="2664264"/>
            <a:ext cx="3562858" cy="4639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SIGCOMM'26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OptCCL</a:t>
            </a:r>
            <a:r>
              <a:rPr lang="de-DE" sz="1000" dirty="0">
                <a:latin typeface="Arial"/>
                <a:ea typeface="+mn-lt"/>
                <a:cs typeface="Arial"/>
              </a:rPr>
              <a:t>: Scalable Synthesis of Optimal Collective Communication </a:t>
            </a:r>
            <a:r>
              <a:rPr lang="de-DE" sz="1000" dirty="0" err="1">
                <a:latin typeface="Arial"/>
                <a:ea typeface="+mn-lt"/>
                <a:cs typeface="Arial"/>
              </a:rPr>
              <a:t>Algorithms</a:t>
            </a:r>
            <a:endParaRPr lang="en-US" sz="1000" dirty="0">
              <a:latin typeface="Arial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Richard Shapley, Rachit Agarwal, David Shmoys</a:t>
            </a:r>
            <a:endParaRPr lang="de-DE" sz="1000" i="1" dirty="0">
              <a:latin typeface="Arial"/>
              <a:ea typeface="Calibri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FD0BF0-D2EA-C5AC-4DFD-F63C7FC2E9B2}"/>
              </a:ext>
            </a:extLst>
          </p:cNvPr>
          <p:cNvSpPr txBox="1"/>
          <p:nvPr/>
        </p:nvSpPr>
        <p:spPr>
          <a:xfrm>
            <a:off x="289007" y="3131608"/>
            <a:ext cx="3935397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SIGCOMM'26</a:t>
            </a:r>
            <a:r>
              <a:rPr lang="de-DE" sz="1000" dirty="0">
                <a:latin typeface="Arial"/>
                <a:ea typeface="+mn-lt"/>
                <a:cs typeface="Arial"/>
              </a:rPr>
              <a:t>: Harvest: Adaptive </a:t>
            </a:r>
            <a:r>
              <a:rPr lang="de-DE" sz="1000" dirty="0" err="1">
                <a:latin typeface="Arial"/>
                <a:ea typeface="+mn-lt"/>
                <a:cs typeface="Arial"/>
              </a:rPr>
              <a:t>Photonic</a:t>
            </a:r>
            <a:r>
              <a:rPr lang="de-DE" sz="1000" dirty="0">
                <a:latin typeface="Arial"/>
                <a:ea typeface="+mn-lt"/>
                <a:cs typeface="Arial"/>
              </a:rPr>
              <a:t> </a:t>
            </a:r>
            <a:r>
              <a:rPr lang="de-DE" sz="1000" dirty="0" err="1">
                <a:latin typeface="Arial"/>
                <a:ea typeface="+mn-lt"/>
                <a:cs typeface="Arial"/>
              </a:rPr>
              <a:t>Switching</a:t>
            </a:r>
            <a:r>
              <a:rPr lang="de-DE" sz="1000" dirty="0">
                <a:latin typeface="Arial"/>
                <a:ea typeface="+mn-lt"/>
                <a:cs typeface="Arial"/>
              </a:rPr>
              <a:t> </a:t>
            </a:r>
            <a:r>
              <a:rPr lang="de-DE" sz="1000" dirty="0" err="1">
                <a:latin typeface="Arial"/>
                <a:ea typeface="+mn-lt"/>
                <a:cs typeface="Arial"/>
              </a:rPr>
              <a:t>Schedules</a:t>
            </a:r>
            <a:r>
              <a:rPr lang="de-DE" sz="1000" dirty="0">
                <a:latin typeface="Arial"/>
                <a:ea typeface="+mn-lt"/>
                <a:cs typeface="Arial"/>
              </a:rPr>
              <a:t> for Collective Communication in Scale-up Domains</a:t>
            </a:r>
            <a:endParaRPr lang="en-US" dirty="0">
              <a:latin typeface="Arial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Mahir Rahman, Samuel Joseph, Nihar Kodkani, Vamsi Addanki et al.</a:t>
            </a:r>
            <a:endParaRPr lang="de-DE" i="1" dirty="0">
              <a:latin typeface="Arial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D93926-230E-7565-9EF7-04CDAA6F065F}"/>
              </a:ext>
            </a:extLst>
          </p:cNvPr>
          <p:cNvSpPr txBox="1"/>
          <p:nvPr/>
        </p:nvSpPr>
        <p:spPr>
          <a:xfrm>
            <a:off x="4341491" y="3433161"/>
            <a:ext cx="3562858" cy="4639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SIGCOMM'26</a:t>
            </a:r>
            <a:r>
              <a:rPr lang="de-DE" sz="1000" dirty="0">
                <a:latin typeface="Arial"/>
                <a:ea typeface="+mn-lt"/>
                <a:cs typeface="Arial"/>
              </a:rPr>
              <a:t>: Theseus: </a:t>
            </a:r>
            <a:r>
              <a:rPr lang="de-DE" sz="1000" dirty="0" err="1">
                <a:latin typeface="Arial"/>
                <a:ea typeface="+mn-lt"/>
                <a:cs typeface="Arial"/>
              </a:rPr>
              <a:t>Runtime</a:t>
            </a:r>
            <a:r>
              <a:rPr lang="de-DE" sz="1000" dirty="0">
                <a:latin typeface="Arial"/>
                <a:ea typeface="+mn-lt"/>
                <a:cs typeface="Arial"/>
              </a:rPr>
              <a:t>-Adaptive GPU Collective Communication </a:t>
            </a:r>
            <a:r>
              <a:rPr lang="de-DE" sz="1000" dirty="0" err="1">
                <a:latin typeface="Arial"/>
                <a:ea typeface="+mn-lt"/>
                <a:cs typeface="Arial"/>
              </a:rPr>
              <a:t>with</a:t>
            </a:r>
            <a:r>
              <a:rPr lang="de-DE" sz="1000" dirty="0">
                <a:latin typeface="Arial"/>
                <a:ea typeface="+mn-lt"/>
                <a:cs typeface="Arial"/>
              </a:rPr>
              <a:t> Hot-</a:t>
            </a:r>
            <a:r>
              <a:rPr lang="de-DE" sz="1000" dirty="0" err="1">
                <a:latin typeface="Arial"/>
                <a:ea typeface="+mn-lt"/>
                <a:cs typeface="Arial"/>
              </a:rPr>
              <a:t>Swappable</a:t>
            </a:r>
            <a:r>
              <a:rPr lang="de-DE" sz="1000" dirty="0">
                <a:latin typeface="Arial"/>
                <a:ea typeface="+mn-lt"/>
                <a:cs typeface="Arial"/>
              </a:rPr>
              <a:t> </a:t>
            </a:r>
            <a:r>
              <a:rPr lang="de-DE" sz="1000" dirty="0" err="1">
                <a:latin typeface="Arial"/>
                <a:ea typeface="+mn-lt"/>
                <a:cs typeface="Arial"/>
              </a:rPr>
              <a:t>Schedules</a:t>
            </a:r>
            <a:endParaRPr lang="en-US" sz="1000" dirty="0" err="1">
              <a:latin typeface="Arial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Rui Ding, Xiandong Lu, Jiajun Wang, Xunpeng Liu et al.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0C934C-0817-79A6-BECD-876B26B4D4CA}"/>
              </a:ext>
            </a:extLst>
          </p:cNvPr>
          <p:cNvSpPr txBox="1"/>
          <p:nvPr/>
        </p:nvSpPr>
        <p:spPr>
          <a:xfrm>
            <a:off x="1008372" y="4080845"/>
            <a:ext cx="3562858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en-GB" sz="1000" b="1" dirty="0">
                <a:latin typeface="Arial"/>
                <a:cs typeface="Arial"/>
              </a:rPr>
              <a:t>SIGCOMM'25</a:t>
            </a:r>
            <a:r>
              <a:rPr lang="en-GB" sz="1000" dirty="0">
                <a:latin typeface="Arial"/>
                <a:cs typeface="Arial"/>
              </a:rPr>
              <a:t>: </a:t>
            </a:r>
            <a:r>
              <a:rPr lang="en-GB" sz="1000" dirty="0" err="1">
                <a:latin typeface="Arial"/>
                <a:cs typeface="Arial"/>
              </a:rPr>
              <a:t>SyCCL</a:t>
            </a:r>
            <a:r>
              <a:rPr lang="en-GB" sz="1000" dirty="0">
                <a:latin typeface="Arial"/>
                <a:cs typeface="Arial"/>
              </a:rPr>
              <a:t>: Exploiting Symmetry for Efficient Collective Communication Scheduling</a:t>
            </a:r>
            <a:br>
              <a:rPr lang="en-GB" sz="1000" dirty="0">
                <a:latin typeface="Arial"/>
                <a:cs typeface="Arial"/>
              </a:rPr>
            </a:br>
            <a:r>
              <a:rPr lang="en-GB" sz="1000" i="1" dirty="0">
                <a:latin typeface="Arial"/>
                <a:cs typeface="Arial"/>
              </a:rPr>
              <a:t>Jiamin Cao, Shangfeng Shi, Jiaqi Gao, Weisen Liu et al.</a:t>
            </a:r>
            <a:endParaRPr lang="de-DE" sz="1000" i="1" dirty="0">
              <a:latin typeface="Arial"/>
              <a:ea typeface="+mn-lt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9F4E7B-7294-286E-97C2-BAA885DB4FC0}"/>
              </a:ext>
            </a:extLst>
          </p:cNvPr>
          <p:cNvSpPr txBox="1"/>
          <p:nvPr/>
        </p:nvSpPr>
        <p:spPr>
          <a:xfrm>
            <a:off x="565596" y="4887267"/>
            <a:ext cx="3562858" cy="4639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SIGCOMM'25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ResCCL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Resource-Efficient</a:t>
            </a:r>
            <a:r>
              <a:rPr lang="de-DE" sz="1000" dirty="0">
                <a:latin typeface="Arial"/>
                <a:ea typeface="+mn-lt"/>
                <a:cs typeface="Arial"/>
              </a:rPr>
              <a:t> Scheduling for Collective Communication</a:t>
            </a:r>
            <a:endParaRPr lang="en-US" sz="1000" dirty="0">
              <a:latin typeface="Arial"/>
              <a:ea typeface="+mn-lt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Tongrui Liu, Chenyang Hei, Fuliang Li, Chengxi Gao et 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EA3EC-2C61-62AA-64CB-FA2445F62934}"/>
              </a:ext>
            </a:extLst>
          </p:cNvPr>
          <p:cNvSpPr txBox="1"/>
          <p:nvPr/>
        </p:nvSpPr>
        <p:spPr>
          <a:xfrm>
            <a:off x="4573738" y="4310134"/>
            <a:ext cx="3852711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NSDI'25</a:t>
            </a:r>
            <a:r>
              <a:rPr lang="de-DE" sz="1000" dirty="0">
                <a:latin typeface="Arial"/>
                <a:ea typeface="+mn-lt"/>
                <a:cs typeface="Arial"/>
              </a:rPr>
              <a:t>: </a:t>
            </a:r>
            <a:r>
              <a:rPr lang="de-DE" sz="1000" dirty="0" err="1">
                <a:latin typeface="Arial"/>
                <a:ea typeface="+mn-lt"/>
                <a:cs typeface="Arial"/>
              </a:rPr>
              <a:t>OptiReduce</a:t>
            </a:r>
            <a:r>
              <a:rPr lang="de-DE" sz="1000" dirty="0">
                <a:latin typeface="Arial"/>
                <a:ea typeface="+mn-lt"/>
                <a:cs typeface="Arial"/>
              </a:rPr>
              <a:t>: Resilient and Tail-Optimal </a:t>
            </a:r>
            <a:r>
              <a:rPr lang="de-DE" sz="1000" dirty="0" err="1">
                <a:latin typeface="Arial"/>
                <a:ea typeface="+mn-lt"/>
                <a:cs typeface="Arial"/>
              </a:rPr>
              <a:t>AllReduce</a:t>
            </a:r>
            <a:r>
              <a:rPr lang="de-DE" sz="1000" dirty="0">
                <a:latin typeface="Arial"/>
                <a:ea typeface="+mn-lt"/>
                <a:cs typeface="Arial"/>
              </a:rPr>
              <a:t> for Distributed Deep Learning in the Cloud</a:t>
            </a:r>
            <a:endParaRPr lang="en-US" sz="1000" dirty="0">
              <a:latin typeface="Arial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Ertza Warraich, Omer Shabtai, Khalid Manaa, Shay Vargaftik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6664D-ED81-B538-3017-E585AD4D73D5}"/>
              </a:ext>
            </a:extLst>
          </p:cNvPr>
          <p:cNvSpPr txBox="1"/>
          <p:nvPr/>
        </p:nvSpPr>
        <p:spPr>
          <a:xfrm>
            <a:off x="4224404" y="5071113"/>
            <a:ext cx="4030596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NSDI'24</a:t>
            </a:r>
            <a:r>
              <a:rPr lang="de-DE" sz="1000" dirty="0">
                <a:latin typeface="Arial"/>
                <a:ea typeface="+mn-lt"/>
                <a:cs typeface="Arial"/>
              </a:rPr>
              <a:t>: Swing: Short-</a:t>
            </a:r>
            <a:r>
              <a:rPr lang="de-DE" sz="1000" dirty="0" err="1">
                <a:latin typeface="Arial"/>
                <a:ea typeface="+mn-lt"/>
                <a:cs typeface="Arial"/>
              </a:rPr>
              <a:t>cutting</a:t>
            </a:r>
            <a:r>
              <a:rPr lang="de-DE" sz="1000" dirty="0">
                <a:latin typeface="Arial"/>
                <a:ea typeface="+mn-lt"/>
                <a:cs typeface="Arial"/>
              </a:rPr>
              <a:t> Rings for Higher </a:t>
            </a:r>
            <a:r>
              <a:rPr lang="de-DE" sz="1000" dirty="0" err="1">
                <a:latin typeface="Arial"/>
                <a:ea typeface="+mn-lt"/>
                <a:cs typeface="Arial"/>
              </a:rPr>
              <a:t>Bandwidth</a:t>
            </a:r>
            <a:r>
              <a:rPr lang="de-DE" sz="1000" dirty="0">
                <a:latin typeface="Arial"/>
                <a:ea typeface="+mn-lt"/>
                <a:cs typeface="Arial"/>
              </a:rPr>
              <a:t> </a:t>
            </a:r>
            <a:r>
              <a:rPr lang="de-DE" sz="1000" dirty="0" err="1">
                <a:latin typeface="Arial"/>
                <a:ea typeface="+mn-lt"/>
                <a:cs typeface="Arial"/>
              </a:rPr>
              <a:t>Allreduce</a:t>
            </a:r>
            <a:endParaRPr lang="en-US" sz="1000" dirty="0">
              <a:latin typeface="Arial"/>
              <a:ea typeface="Calibri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Daniele De Sensi, Tommaso Bonato, David Saam, Torsten Hoefler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23B43-604B-F0FE-FC5C-DA13FEFB089F}"/>
              </a:ext>
            </a:extLst>
          </p:cNvPr>
          <p:cNvSpPr txBox="1"/>
          <p:nvPr/>
        </p:nvSpPr>
        <p:spPr>
          <a:xfrm>
            <a:off x="1491009" y="5584899"/>
            <a:ext cx="3562858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r>
              <a:rPr lang="de-DE" sz="1000" b="1" dirty="0">
                <a:latin typeface="Arial"/>
                <a:ea typeface="+mn-lt"/>
                <a:cs typeface="Arial"/>
              </a:rPr>
              <a:t>SC'21</a:t>
            </a:r>
            <a:r>
              <a:rPr lang="de-DE" sz="1000" dirty="0">
                <a:latin typeface="Arial"/>
                <a:ea typeface="+mn-lt"/>
                <a:cs typeface="Arial"/>
              </a:rPr>
              <a:t>: Flare: Flexible In-Network </a:t>
            </a:r>
            <a:r>
              <a:rPr lang="de-DE" sz="1000" dirty="0" err="1">
                <a:latin typeface="Arial"/>
                <a:ea typeface="+mn-lt"/>
                <a:cs typeface="Arial"/>
              </a:rPr>
              <a:t>Allreduce</a:t>
            </a:r>
            <a:endParaRPr lang="en-US" sz="1000" dirty="0" err="1">
              <a:latin typeface="Arial"/>
              <a:ea typeface="+mn-lt"/>
              <a:cs typeface="Arial"/>
            </a:endParaRPr>
          </a:p>
          <a:p>
            <a:r>
              <a:rPr lang="de-DE" sz="1000" i="1" dirty="0">
                <a:latin typeface="Arial"/>
                <a:ea typeface="+mn-lt"/>
                <a:cs typeface="Arial"/>
              </a:rPr>
              <a:t>Daniele De Sensi, Salvatore Di Girolamo, Saleh Ashkboos, Torsten Hoefler et al.</a:t>
            </a:r>
          </a:p>
        </p:txBody>
      </p:sp>
    </p:spTree>
    <p:extLst>
      <p:ext uri="{BB962C8B-B14F-4D97-AF65-F5344CB8AC3E}">
        <p14:creationId xmlns:p14="http://schemas.microsoft.com/office/powerpoint/2010/main" val="10082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A651-0731-ECB6-C6BC-5BE4C727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F43E3E-8FF5-BAF9-B7AA-D8A34A1DDCD1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AllReduce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torus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networks</a:t>
            </a:r>
            <a:endParaRPr lang="de-DE" sz="28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78E00-153C-9340-680B-0EE7E2298742}"/>
              </a:ext>
            </a:extLst>
          </p:cNvPr>
          <p:cNvSpPr txBox="1"/>
          <p:nvPr/>
        </p:nvSpPr>
        <p:spPr>
          <a:xfrm>
            <a:off x="321595" y="998406"/>
            <a:ext cx="8039890" cy="2112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 err="1">
                <a:latin typeface="Arial"/>
                <a:cs typeface="Arial"/>
              </a:rPr>
              <a:t>AllReduce</a:t>
            </a:r>
            <a:r>
              <a:rPr lang="de-DE" b="1" dirty="0">
                <a:latin typeface="Arial"/>
                <a:cs typeface="Arial"/>
              </a:rPr>
              <a:t> </a:t>
            </a:r>
            <a:r>
              <a:rPr lang="de-DE" dirty="0">
                <a:latin typeface="Arial"/>
                <a:cs typeface="Arial"/>
              </a:rPr>
              <a:t>= Aggregation </a:t>
            </a:r>
            <a:r>
              <a:rPr lang="de-DE" dirty="0" err="1">
                <a:latin typeface="Arial"/>
                <a:cs typeface="Arial"/>
              </a:rPr>
              <a:t>across</a:t>
            </a:r>
            <a:r>
              <a:rPr lang="de-DE" dirty="0">
                <a:latin typeface="Arial"/>
                <a:cs typeface="Arial"/>
              </a:rPr>
              <a:t> all </a:t>
            </a:r>
            <a:r>
              <a:rPr lang="de-DE" dirty="0" err="1">
                <a:latin typeface="Arial"/>
                <a:cs typeface="Arial"/>
              </a:rPr>
              <a:t>nodes</a:t>
            </a:r>
            <a:r>
              <a:rPr lang="de-DE" dirty="0">
                <a:latin typeface="Arial"/>
                <a:cs typeface="Arial"/>
              </a:rPr>
              <a:t> — </a:t>
            </a:r>
            <a:r>
              <a:rPr lang="de-DE" dirty="0" err="1">
                <a:latin typeface="Arial"/>
                <a:cs typeface="Arial"/>
              </a:rPr>
              <a:t>distribute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result</a:t>
            </a:r>
            <a:r>
              <a:rPr lang="de-DE" dirty="0">
                <a:latin typeface="Arial"/>
                <a:cs typeface="Arial"/>
              </a:rPr>
              <a:t> to all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dirty="0">
                <a:latin typeface="Arial"/>
                <a:cs typeface="Arial"/>
              </a:rPr>
              <a:t>Small </a:t>
            </a:r>
            <a:r>
              <a:rPr lang="de-DE" dirty="0" err="1">
                <a:latin typeface="Arial"/>
                <a:cs typeface="Arial"/>
              </a:rPr>
              <a:t>AllReduce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operations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increasingly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latency</a:t>
            </a:r>
            <a:r>
              <a:rPr lang="de-DE" dirty="0">
                <a:latin typeface="Arial"/>
                <a:cs typeface="Arial"/>
              </a:rPr>
              <a:t>-sensitive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>
                <a:latin typeface="Arial"/>
                <a:cs typeface="Arial"/>
              </a:rPr>
              <a:t>Torus</a:t>
            </a:r>
            <a:r>
              <a:rPr lang="de-DE" dirty="0">
                <a:latin typeface="Arial"/>
                <a:cs typeface="Arial"/>
              </a:rPr>
              <a:t> = </a:t>
            </a:r>
            <a:r>
              <a:rPr lang="de-DE" dirty="0" err="1">
                <a:latin typeface="Arial"/>
                <a:cs typeface="Arial"/>
              </a:rPr>
              <a:t>mesh</a:t>
            </a:r>
            <a:r>
              <a:rPr lang="de-DE" dirty="0">
                <a:latin typeface="Arial"/>
                <a:cs typeface="Arial"/>
              </a:rPr>
              <a:t>/</a:t>
            </a:r>
            <a:r>
              <a:rPr lang="de-DE" dirty="0" err="1">
                <a:latin typeface="Arial"/>
                <a:cs typeface="Arial"/>
              </a:rPr>
              <a:t>grid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with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wrap-around</a:t>
            </a:r>
            <a:r>
              <a:rPr lang="de-DE" dirty="0">
                <a:latin typeface="Arial"/>
                <a:cs typeface="Arial"/>
              </a:rPr>
              <a:t> links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/>
                <a:cs typeface="Arial"/>
              </a:rPr>
              <a:t>              — </a:t>
            </a:r>
            <a:r>
              <a:rPr lang="de-DE" dirty="0" err="1">
                <a:latin typeface="Arial"/>
                <a:cs typeface="Arial"/>
              </a:rPr>
              <a:t>every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dimension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is</a:t>
            </a:r>
            <a:r>
              <a:rPr lang="de-DE" dirty="0">
                <a:latin typeface="Arial"/>
                <a:cs typeface="Arial"/>
              </a:rPr>
              <a:t> a ring</a:t>
            </a:r>
            <a:endParaRPr lang="en-US">
              <a:latin typeface="Arial"/>
              <a:cs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endParaRPr lang="de-DE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5B54C8-7A98-0192-AC8E-412D62A56B2E}"/>
              </a:ext>
            </a:extLst>
          </p:cNvPr>
          <p:cNvGrpSpPr/>
          <p:nvPr/>
        </p:nvGrpSpPr>
        <p:grpSpPr>
          <a:xfrm>
            <a:off x="421647" y="2044971"/>
            <a:ext cx="3915925" cy="4061970"/>
            <a:chOff x="421647" y="2044971"/>
            <a:chExt cx="3915925" cy="406197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944BD55-5E24-09AC-AFB8-18F3E889B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1006" y="5428331"/>
              <a:ext cx="685777" cy="43352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43BE8E1-B228-AF50-BCF0-E7F74E288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245" y="5431698"/>
              <a:ext cx="255109" cy="43352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A6526-43DA-D4FE-5C8D-359A8FF0C326}"/>
                </a:ext>
              </a:extLst>
            </p:cNvPr>
            <p:cNvSpPr txBox="1"/>
            <p:nvPr/>
          </p:nvSpPr>
          <p:spPr>
            <a:xfrm>
              <a:off x="837431" y="5521140"/>
              <a:ext cx="1383574" cy="58580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de-DE" dirty="0">
                  <a:latin typeface="Arial"/>
                  <a:cs typeface="Arial"/>
                </a:rPr>
                <a:t>Neighbor links</a:t>
              </a:r>
              <a:endParaRPr lang="en-US" i="0">
                <a:latin typeface="Arial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812804-DBF7-6B98-6464-A5A9D33D5F6F}"/>
                </a:ext>
              </a:extLst>
            </p:cNvPr>
            <p:cNvSpPr txBox="1"/>
            <p:nvPr/>
          </p:nvSpPr>
          <p:spPr>
            <a:xfrm>
              <a:off x="2953998" y="5514566"/>
              <a:ext cx="1383574" cy="530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de-DE" dirty="0">
                  <a:latin typeface="Arial" panose="020B0604020202020204" pitchFamily="34" charset="0"/>
                  <a:cs typeface="Arial" panose="020B0604020202020204" pitchFamily="34" charset="0"/>
                </a:rPr>
                <a:t>Wrap-around links</a:t>
              </a:r>
              <a:endParaRPr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1A12605-87DD-2117-E8E2-E19C0429DC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1647" y="2044971"/>
              <a:ext cx="3674448" cy="37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990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F114-1791-BE04-54A0-5248ECC9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B72616-2F10-F07B-3A55-6BB1CAAEF799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AllReduce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torus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networks</a:t>
            </a:r>
            <a:endParaRPr lang="de-DE" sz="28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F5242-F0AB-731A-23DE-F2020583CFF0}"/>
              </a:ext>
            </a:extLst>
          </p:cNvPr>
          <p:cNvSpPr txBox="1"/>
          <p:nvPr/>
        </p:nvSpPr>
        <p:spPr>
          <a:xfrm>
            <a:off x="321595" y="998406"/>
            <a:ext cx="8039890" cy="249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 err="1">
                <a:latin typeface="Arial"/>
                <a:cs typeface="Arial"/>
              </a:rPr>
              <a:t>AllReduce</a:t>
            </a:r>
            <a:r>
              <a:rPr lang="de-DE" b="1" dirty="0">
                <a:latin typeface="Arial"/>
                <a:cs typeface="Arial"/>
              </a:rPr>
              <a:t> </a:t>
            </a:r>
            <a:r>
              <a:rPr lang="de-DE" dirty="0">
                <a:latin typeface="Arial"/>
                <a:cs typeface="Arial"/>
              </a:rPr>
              <a:t>= Aggregation </a:t>
            </a:r>
            <a:r>
              <a:rPr lang="de-DE" dirty="0" err="1">
                <a:latin typeface="Arial"/>
                <a:cs typeface="Arial"/>
              </a:rPr>
              <a:t>across</a:t>
            </a:r>
            <a:r>
              <a:rPr lang="de-DE" dirty="0">
                <a:latin typeface="Arial"/>
                <a:cs typeface="Arial"/>
              </a:rPr>
              <a:t> all </a:t>
            </a:r>
            <a:r>
              <a:rPr lang="de-DE" dirty="0" err="1">
                <a:latin typeface="Arial"/>
                <a:cs typeface="Arial"/>
              </a:rPr>
              <a:t>nodes</a:t>
            </a:r>
            <a:r>
              <a:rPr lang="de-DE" dirty="0">
                <a:latin typeface="Arial"/>
                <a:cs typeface="Arial"/>
              </a:rPr>
              <a:t> — </a:t>
            </a:r>
            <a:r>
              <a:rPr lang="de-DE" dirty="0" err="1">
                <a:latin typeface="Arial"/>
                <a:cs typeface="Arial"/>
              </a:rPr>
              <a:t>distribute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result</a:t>
            </a:r>
            <a:r>
              <a:rPr lang="de-DE" dirty="0">
                <a:latin typeface="Arial"/>
                <a:cs typeface="Arial"/>
              </a:rPr>
              <a:t> to all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dirty="0">
                <a:latin typeface="Arial"/>
                <a:cs typeface="Arial"/>
              </a:rPr>
              <a:t>Small </a:t>
            </a:r>
            <a:r>
              <a:rPr lang="de-DE" dirty="0" err="1">
                <a:latin typeface="Arial"/>
                <a:cs typeface="Arial"/>
              </a:rPr>
              <a:t>AllReduce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operations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increasingly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latency</a:t>
            </a:r>
            <a:r>
              <a:rPr lang="de-DE" dirty="0">
                <a:latin typeface="Arial"/>
                <a:cs typeface="Arial"/>
              </a:rPr>
              <a:t>-sensitive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>
                <a:latin typeface="Arial"/>
                <a:cs typeface="Arial"/>
              </a:rPr>
              <a:t>Torus</a:t>
            </a:r>
            <a:r>
              <a:rPr lang="de-DE" dirty="0">
                <a:latin typeface="Arial"/>
                <a:cs typeface="Arial"/>
              </a:rPr>
              <a:t> = </a:t>
            </a:r>
            <a:r>
              <a:rPr lang="de-DE" dirty="0" err="1">
                <a:latin typeface="Arial"/>
                <a:cs typeface="Arial"/>
              </a:rPr>
              <a:t>mesh</a:t>
            </a:r>
            <a:r>
              <a:rPr lang="de-DE" dirty="0">
                <a:latin typeface="Arial"/>
                <a:cs typeface="Arial"/>
              </a:rPr>
              <a:t>/</a:t>
            </a:r>
            <a:r>
              <a:rPr lang="de-DE" dirty="0" err="1">
                <a:latin typeface="Arial"/>
                <a:cs typeface="Arial"/>
              </a:rPr>
              <a:t>grid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with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wrap-around</a:t>
            </a:r>
            <a:r>
              <a:rPr lang="de-DE" dirty="0">
                <a:latin typeface="Arial"/>
                <a:cs typeface="Arial"/>
              </a:rPr>
              <a:t> links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/>
                <a:cs typeface="Arial"/>
              </a:rPr>
              <a:t>              — every </a:t>
            </a:r>
            <a:r>
              <a:rPr lang="de-DE" dirty="0" err="1">
                <a:latin typeface="Arial"/>
                <a:cs typeface="Arial"/>
              </a:rPr>
              <a:t>dimension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is</a:t>
            </a:r>
            <a:r>
              <a:rPr lang="de-DE" dirty="0">
                <a:latin typeface="Arial"/>
                <a:cs typeface="Arial"/>
              </a:rPr>
              <a:t> a ring</a:t>
            </a:r>
            <a:endParaRPr lang="en-US" dirty="0">
              <a:latin typeface="Arial"/>
              <a:cs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endParaRPr lang="de-DE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6ADC6-97CF-7AC8-9004-CBC2EE396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28" y="2543623"/>
            <a:ext cx="3119450" cy="211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4F975C-8A62-7F11-108A-CD5609E076B0}"/>
              </a:ext>
            </a:extLst>
          </p:cNvPr>
          <p:cNvSpPr txBox="1"/>
          <p:nvPr/>
        </p:nvSpPr>
        <p:spPr>
          <a:xfrm>
            <a:off x="5168927" y="4770481"/>
            <a:ext cx="334089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TPU Pods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E0525-F52D-E855-3302-D437E9C01A9D}"/>
              </a:ext>
            </a:extLst>
          </p:cNvPr>
          <p:cNvSpPr txBox="1"/>
          <p:nvPr/>
        </p:nvSpPr>
        <p:spPr>
          <a:xfrm>
            <a:off x="5168927" y="5060041"/>
            <a:ext cx="334089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to 4,096 chips on a 3D torus (TPUv4); </a:t>
            </a:r>
            <a:br>
              <a:rPr lang="de-DE"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TPU 8t scales a </a:t>
            </a:r>
            <a:r>
              <a:rPr sz="1400" b="0" i="0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superpod</a:t>
            </a: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9,600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A99CC-4428-6829-B750-EC0F46D7E9E2}"/>
              </a:ext>
            </a:extLst>
          </p:cNvPr>
          <p:cNvSpPr txBox="1"/>
          <p:nvPr/>
        </p:nvSpPr>
        <p:spPr>
          <a:xfrm>
            <a:off x="5168927" y="5586689"/>
            <a:ext cx="334089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Trainium2 </a:t>
            </a:r>
            <a:r>
              <a:rPr sz="1800" b="1" i="0" dirty="0" err="1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UltraServer</a:t>
            </a:r>
            <a:endParaRPr sz="1800"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0CED9-7530-57C9-9428-920C6CB702A0}"/>
              </a:ext>
            </a:extLst>
          </p:cNvPr>
          <p:cNvSpPr txBox="1"/>
          <p:nvPr/>
        </p:nvSpPr>
        <p:spPr>
          <a:xfrm>
            <a:off x="5168927" y="5876249"/>
            <a:ext cx="334089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 chips on a 4×4×4 3D torus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1031AB-BC98-EC0D-7FF4-2C2810428680}"/>
              </a:ext>
            </a:extLst>
          </p:cNvPr>
          <p:cNvGrpSpPr/>
          <p:nvPr/>
        </p:nvGrpSpPr>
        <p:grpSpPr>
          <a:xfrm>
            <a:off x="421647" y="2044971"/>
            <a:ext cx="3915925" cy="4061970"/>
            <a:chOff x="421647" y="2044971"/>
            <a:chExt cx="3915925" cy="40619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FF3AFA-A113-314F-F4E1-FED236835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1006" y="5428331"/>
              <a:ext cx="685777" cy="43352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A2F794-ED79-4DC2-F3A5-CF487D13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6245" y="5431698"/>
              <a:ext cx="255109" cy="4335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7B2A84-D1FD-5EBB-9B57-C5301ADC9771}"/>
                </a:ext>
              </a:extLst>
            </p:cNvPr>
            <p:cNvSpPr txBox="1"/>
            <p:nvPr/>
          </p:nvSpPr>
          <p:spPr>
            <a:xfrm>
              <a:off x="837431" y="5521140"/>
              <a:ext cx="1383574" cy="58580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de-DE" dirty="0">
                  <a:latin typeface="Arial"/>
                  <a:cs typeface="Arial"/>
                </a:rPr>
                <a:t>Neighbor links</a:t>
              </a:r>
              <a:endParaRPr lang="en-US" i="0">
                <a:latin typeface="Arial"/>
                <a:cs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B9703-AC4C-89BE-2451-74198B030F11}"/>
                </a:ext>
              </a:extLst>
            </p:cNvPr>
            <p:cNvSpPr txBox="1"/>
            <p:nvPr/>
          </p:nvSpPr>
          <p:spPr>
            <a:xfrm>
              <a:off x="2953998" y="5514566"/>
              <a:ext cx="1383574" cy="530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de-DE" dirty="0">
                  <a:latin typeface="Arial" panose="020B0604020202020204" pitchFamily="34" charset="0"/>
                  <a:cs typeface="Arial" panose="020B0604020202020204" pitchFamily="34" charset="0"/>
                </a:rPr>
                <a:t>Wrap-around links</a:t>
              </a:r>
              <a:endParaRPr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8384CB4-9AF6-D3D0-9031-FE43538EF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1647" y="2044971"/>
              <a:ext cx="3674448" cy="37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608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58BC-5CB6-37FD-E578-4CAE21F7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ig5.jpg">
            <a:extLst>
              <a:ext uri="{FF2B5EF4-FFF2-40B4-BE49-F238E27FC236}">
                <a16:creationId xmlns:a16="http://schemas.microsoft.com/office/drawing/2014/main" id="{2AC37D73-B30A-9C9F-DD86-37A1E6FDF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37" y="3248130"/>
            <a:ext cx="5149850" cy="2477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1BA793-2181-31E1-5D17-4B6A102F9192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AllReduce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torus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networks</a:t>
            </a:r>
            <a:endParaRPr lang="de-DE" sz="28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8C06F-E8FC-8103-1DD7-51627747C8B3}"/>
              </a:ext>
            </a:extLst>
          </p:cNvPr>
          <p:cNvSpPr txBox="1"/>
          <p:nvPr/>
        </p:nvSpPr>
        <p:spPr>
          <a:xfrm>
            <a:off x="321595" y="998406"/>
            <a:ext cx="8039890" cy="249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 err="1">
                <a:latin typeface="Arial"/>
                <a:cs typeface="Arial"/>
              </a:rPr>
              <a:t>AllReduce</a:t>
            </a:r>
            <a:r>
              <a:rPr lang="de-DE" b="1" dirty="0">
                <a:latin typeface="Arial"/>
                <a:cs typeface="Arial"/>
              </a:rPr>
              <a:t> </a:t>
            </a:r>
            <a:r>
              <a:rPr lang="de-DE" dirty="0">
                <a:latin typeface="Arial"/>
                <a:cs typeface="Arial"/>
              </a:rPr>
              <a:t>= Aggregation </a:t>
            </a:r>
            <a:r>
              <a:rPr lang="de-DE" dirty="0" err="1">
                <a:latin typeface="Arial"/>
                <a:cs typeface="Arial"/>
              </a:rPr>
              <a:t>across</a:t>
            </a:r>
            <a:r>
              <a:rPr lang="de-DE" dirty="0">
                <a:latin typeface="Arial"/>
                <a:cs typeface="Arial"/>
              </a:rPr>
              <a:t> all </a:t>
            </a:r>
            <a:r>
              <a:rPr lang="de-DE" dirty="0" err="1">
                <a:latin typeface="Arial"/>
                <a:cs typeface="Arial"/>
              </a:rPr>
              <a:t>nodes</a:t>
            </a:r>
            <a:r>
              <a:rPr lang="de-DE" dirty="0">
                <a:latin typeface="Arial"/>
                <a:cs typeface="Arial"/>
              </a:rPr>
              <a:t> — </a:t>
            </a:r>
            <a:r>
              <a:rPr lang="de-DE" dirty="0" err="1">
                <a:latin typeface="Arial"/>
                <a:cs typeface="Arial"/>
              </a:rPr>
              <a:t>distribute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result</a:t>
            </a:r>
            <a:r>
              <a:rPr lang="de-DE" dirty="0">
                <a:latin typeface="Arial"/>
                <a:cs typeface="Arial"/>
              </a:rPr>
              <a:t> to all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dirty="0">
                <a:latin typeface="Arial"/>
                <a:cs typeface="Arial"/>
              </a:rPr>
              <a:t>Small </a:t>
            </a:r>
            <a:r>
              <a:rPr lang="de-DE" dirty="0" err="1">
                <a:latin typeface="Arial"/>
                <a:cs typeface="Arial"/>
              </a:rPr>
              <a:t>AllReduce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operations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increasingly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latency</a:t>
            </a:r>
            <a:r>
              <a:rPr lang="de-DE" dirty="0">
                <a:latin typeface="Arial"/>
                <a:cs typeface="Arial"/>
              </a:rPr>
              <a:t>-sensitive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b="1" dirty="0">
                <a:latin typeface="Arial"/>
                <a:cs typeface="Arial"/>
              </a:rPr>
              <a:t>Torus</a:t>
            </a:r>
            <a:r>
              <a:rPr lang="de-DE" dirty="0">
                <a:latin typeface="Arial"/>
                <a:cs typeface="Arial"/>
              </a:rPr>
              <a:t> = </a:t>
            </a:r>
            <a:r>
              <a:rPr lang="de-DE" dirty="0" err="1">
                <a:latin typeface="Arial"/>
                <a:cs typeface="Arial"/>
              </a:rPr>
              <a:t>mesh</a:t>
            </a:r>
            <a:r>
              <a:rPr lang="de-DE" dirty="0">
                <a:latin typeface="Arial"/>
                <a:cs typeface="Arial"/>
              </a:rPr>
              <a:t>/</a:t>
            </a:r>
            <a:r>
              <a:rPr lang="de-DE" dirty="0" err="1">
                <a:latin typeface="Arial"/>
                <a:cs typeface="Arial"/>
              </a:rPr>
              <a:t>grid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with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wrap-around</a:t>
            </a:r>
            <a:r>
              <a:rPr lang="de-DE" dirty="0">
                <a:latin typeface="Arial"/>
                <a:cs typeface="Arial"/>
              </a:rPr>
              <a:t> links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/>
                <a:cs typeface="Arial"/>
              </a:rPr>
              <a:t>              — every </a:t>
            </a:r>
            <a:r>
              <a:rPr lang="de-DE" dirty="0" err="1">
                <a:latin typeface="Arial"/>
                <a:cs typeface="Arial"/>
              </a:rPr>
              <a:t>dimension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is</a:t>
            </a:r>
            <a:r>
              <a:rPr lang="de-DE" dirty="0">
                <a:latin typeface="Arial"/>
                <a:cs typeface="Arial"/>
              </a:rPr>
              <a:t> a ring</a:t>
            </a:r>
            <a:endParaRPr lang="en-US" dirty="0">
              <a:latin typeface="Arial"/>
              <a:cs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endParaRPr lang="de-DE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45E42-2F51-6078-6127-268BE8224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28" y="2543623"/>
            <a:ext cx="3119450" cy="211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C4ED12-FB3C-FEAA-023C-9F3B2B9CD724}"/>
              </a:ext>
            </a:extLst>
          </p:cNvPr>
          <p:cNvSpPr txBox="1"/>
          <p:nvPr/>
        </p:nvSpPr>
        <p:spPr>
          <a:xfrm>
            <a:off x="5168927" y="4770481"/>
            <a:ext cx="334089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TPU Pods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EC9D3-D365-4502-742A-7C8843F16FC6}"/>
              </a:ext>
            </a:extLst>
          </p:cNvPr>
          <p:cNvSpPr txBox="1"/>
          <p:nvPr/>
        </p:nvSpPr>
        <p:spPr>
          <a:xfrm>
            <a:off x="5168927" y="5060041"/>
            <a:ext cx="334089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to 4,096 chips on a 3D torus (TPUv4); </a:t>
            </a:r>
            <a:br>
              <a:rPr lang="de-DE"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TPU 8t scales a </a:t>
            </a:r>
            <a:r>
              <a:rPr sz="1400" b="0" i="0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superpod</a:t>
            </a: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9,600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E96622-AFC1-9BE2-5B17-58D399D9E1E5}"/>
              </a:ext>
            </a:extLst>
          </p:cNvPr>
          <p:cNvSpPr txBox="1"/>
          <p:nvPr/>
        </p:nvSpPr>
        <p:spPr>
          <a:xfrm>
            <a:off x="5168927" y="5586689"/>
            <a:ext cx="334089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Trainium2 </a:t>
            </a:r>
            <a:r>
              <a:rPr sz="1800" b="1" i="0" dirty="0" err="1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UltraServer</a:t>
            </a:r>
            <a:endParaRPr sz="1800"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F527D-930E-8E16-63FB-4D154C17C8A8}"/>
              </a:ext>
            </a:extLst>
          </p:cNvPr>
          <p:cNvSpPr txBox="1"/>
          <p:nvPr/>
        </p:nvSpPr>
        <p:spPr>
          <a:xfrm>
            <a:off x="5168927" y="5876249"/>
            <a:ext cx="334089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 chips on a 4×4×4 3D torus</a:t>
            </a:r>
          </a:p>
        </p:txBody>
      </p:sp>
    </p:spTree>
    <p:extLst>
      <p:ext uri="{BB962C8B-B14F-4D97-AF65-F5344CB8AC3E}">
        <p14:creationId xmlns:p14="http://schemas.microsoft.com/office/powerpoint/2010/main" val="3504474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015C-1F84-72DB-8FAC-CF8EB79A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9B8EAE-0FA3-99A5-3EB6-3E2060E5BAE7}"/>
              </a:ext>
            </a:extLst>
          </p:cNvPr>
          <p:cNvSpPr txBox="1"/>
          <p:nvPr/>
        </p:nvSpPr>
        <p:spPr>
          <a:xfrm>
            <a:off x="152400" y="101600"/>
            <a:ext cx="877115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latin typeface="Arial"/>
                <a:cs typeface="Arial"/>
              </a:rPr>
              <a:t>Existing multi-port extension:</a:t>
            </a:r>
            <a:r>
              <a:rPr lang="en-US" sz="2800" b="1" dirty="0">
                <a:latin typeface="Arial"/>
                <a:cs typeface="Arial"/>
              </a:rPr>
              <a:t> collective mirroring</a:t>
            </a:r>
            <a:r>
              <a:rPr lang="de-DE" sz="2800" b="1" dirty="0">
                <a:latin typeface="Arial"/>
                <a:cs typeface="Arial"/>
              </a:rPr>
              <a:t> </a:t>
            </a:r>
            <a:endParaRPr lang="en-US" sz="2800" dirty="0">
              <a:latin typeface="Arial"/>
              <a:cs typeface="Arial"/>
            </a:endParaRPr>
          </a:p>
          <a:p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E3538-8B05-ECD9-1BBA-BB32A8C32A62}"/>
              </a:ext>
            </a:extLst>
          </p:cNvPr>
          <p:cNvSpPr txBox="1"/>
          <p:nvPr/>
        </p:nvSpPr>
        <p:spPr>
          <a:xfrm>
            <a:off x="2123889" y="875144"/>
            <a:ext cx="144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Single-port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A0A72-907E-6B81-4909-662B706616E1}"/>
              </a:ext>
            </a:extLst>
          </p:cNvPr>
          <p:cNvSpPr txBox="1"/>
          <p:nvPr/>
        </p:nvSpPr>
        <p:spPr>
          <a:xfrm>
            <a:off x="5421082" y="874947"/>
            <a:ext cx="312003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Multi-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port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mirroring</a:t>
            </a:r>
            <a:endParaRPr lang="de-DE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B9869-F304-D3AE-A71D-955267C22070}"/>
              </a:ext>
            </a:extLst>
          </p:cNvPr>
          <p:cNvSpPr txBox="1"/>
          <p:nvPr/>
        </p:nvSpPr>
        <p:spPr>
          <a:xfrm>
            <a:off x="6808855" y="4490268"/>
            <a:ext cx="225894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de-DE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Mirrored AllReduce</a:t>
            </a:r>
            <a:endParaRPr i="1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57A8E-AF2F-A2A1-D590-448FED072782}"/>
              </a:ext>
            </a:extLst>
          </p:cNvPr>
          <p:cNvSpPr txBox="1"/>
          <p:nvPr/>
        </p:nvSpPr>
        <p:spPr>
          <a:xfrm>
            <a:off x="4033308" y="4490268"/>
            <a:ext cx="225894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de-DE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AllReduce</a:t>
            </a:r>
            <a:endParaRPr i="1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77C7BC-D4E9-2653-7CB1-921FDC5D1B4A}"/>
              </a:ext>
            </a:extLst>
          </p:cNvPr>
          <p:cNvSpPr/>
          <p:nvPr/>
        </p:nvSpPr>
        <p:spPr>
          <a:xfrm>
            <a:off x="6372754" y="4571234"/>
            <a:ext cx="355600" cy="114300"/>
          </a:xfrm>
          <a:prstGeom prst="rightArrow">
            <a:avLst/>
          </a:prstGeom>
          <a:solidFill>
            <a:srgbClr val="D22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7030B05-5391-BA05-657D-292DFD6A93C5}"/>
              </a:ext>
            </a:extLst>
          </p:cNvPr>
          <p:cNvSpPr/>
          <p:nvPr/>
        </p:nvSpPr>
        <p:spPr>
          <a:xfrm>
            <a:off x="3570797" y="4571234"/>
            <a:ext cx="355600" cy="114300"/>
          </a:xfrm>
          <a:prstGeom prst="rightArrow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49E0B-0299-0039-4097-1824C49E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0" y="1192856"/>
            <a:ext cx="8609094" cy="310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31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33C91-4EDA-5CA6-1F5E-35B1B597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C277F-9D27-0B25-E548-35DFDB0C2B60}"/>
              </a:ext>
            </a:extLst>
          </p:cNvPr>
          <p:cNvSpPr txBox="1"/>
          <p:nvPr/>
        </p:nvSpPr>
        <p:spPr>
          <a:xfrm>
            <a:off x="152400" y="101600"/>
            <a:ext cx="877115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latin typeface="Arial"/>
                <a:cs typeface="Arial"/>
              </a:rPr>
              <a:t>Existing multi-port extension:</a:t>
            </a:r>
            <a:r>
              <a:rPr lang="en-US" sz="2800" b="1" dirty="0">
                <a:latin typeface="Arial"/>
                <a:cs typeface="Arial"/>
              </a:rPr>
              <a:t> collective mirroring</a:t>
            </a:r>
            <a:r>
              <a:rPr lang="de-DE" sz="2800" b="1" dirty="0">
                <a:latin typeface="Arial"/>
                <a:cs typeface="Arial"/>
              </a:rPr>
              <a:t> </a:t>
            </a:r>
            <a:endParaRPr lang="en-US" sz="2800" dirty="0">
              <a:latin typeface="Arial"/>
              <a:cs typeface="Arial"/>
            </a:endParaRPr>
          </a:p>
          <a:p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0415D-F06C-33FB-9630-D90A36B8A344}"/>
              </a:ext>
            </a:extLst>
          </p:cNvPr>
          <p:cNvSpPr txBox="1"/>
          <p:nvPr/>
        </p:nvSpPr>
        <p:spPr>
          <a:xfrm>
            <a:off x="2123889" y="875144"/>
            <a:ext cx="144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Single-port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AB401-42CC-750D-CD39-0F0F6FB104C8}"/>
              </a:ext>
            </a:extLst>
          </p:cNvPr>
          <p:cNvSpPr txBox="1"/>
          <p:nvPr/>
        </p:nvSpPr>
        <p:spPr>
          <a:xfrm>
            <a:off x="5421082" y="874947"/>
            <a:ext cx="312003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Multi-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port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mirroring</a:t>
            </a:r>
            <a:endParaRPr lang="de-DE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8538F-99F3-064D-6F82-8678DF08FB51}"/>
              </a:ext>
            </a:extLst>
          </p:cNvPr>
          <p:cNvSpPr/>
          <p:nvPr/>
        </p:nvSpPr>
        <p:spPr>
          <a:xfrm>
            <a:off x="408497" y="4292600"/>
            <a:ext cx="8455660" cy="1885967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7A38A-6BB3-A692-EA03-00BB795E4AFB}"/>
              </a:ext>
            </a:extLst>
          </p:cNvPr>
          <p:cNvSpPr txBox="1"/>
          <p:nvPr/>
        </p:nvSpPr>
        <p:spPr>
          <a:xfrm>
            <a:off x="496955" y="4479865"/>
            <a:ext cx="8275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de-DE"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</a:t>
            </a:r>
            <a:r>
              <a:rPr lang="de-DE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bandwidth doubles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— latency remains identical</a:t>
            </a:r>
            <a:br>
              <a:rPr lang="de-DE"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b="1" i="1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DD5D5-686D-3544-4913-5620154A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0" y="1192856"/>
            <a:ext cx="8609094" cy="310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2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5968A-DB9A-8F03-4CDC-AA777B22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F6145E-C09A-5AF3-BA22-4BF1999D5E88}"/>
              </a:ext>
            </a:extLst>
          </p:cNvPr>
          <p:cNvSpPr/>
          <p:nvPr/>
        </p:nvSpPr>
        <p:spPr>
          <a:xfrm>
            <a:off x="408497" y="4292600"/>
            <a:ext cx="8455660" cy="1885967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DAB45-EE66-6EFA-F512-D5F135F31C1F}"/>
              </a:ext>
            </a:extLst>
          </p:cNvPr>
          <p:cNvSpPr txBox="1"/>
          <p:nvPr/>
        </p:nvSpPr>
        <p:spPr>
          <a:xfrm>
            <a:off x="496955" y="4479865"/>
            <a:ext cx="8275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de-DE"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</a:t>
            </a:r>
            <a:r>
              <a:rPr lang="de-DE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bandwidth doubles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— latency remains identical</a:t>
            </a:r>
            <a:br>
              <a:rPr lang="de-DE"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b="1" i="1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F03E4-900C-5507-0E6E-30A69A6B4F3C}"/>
              </a:ext>
            </a:extLst>
          </p:cNvPr>
          <p:cNvSpPr txBox="1"/>
          <p:nvPr/>
        </p:nvSpPr>
        <p:spPr>
          <a:xfrm>
            <a:off x="152400" y="101600"/>
            <a:ext cx="877115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latin typeface="Arial"/>
                <a:cs typeface="Arial"/>
              </a:rPr>
              <a:t>Existing multi-port extension:</a:t>
            </a:r>
            <a:r>
              <a:rPr lang="en-US" sz="2800" b="1" dirty="0">
                <a:latin typeface="Arial"/>
                <a:cs typeface="Arial"/>
              </a:rPr>
              <a:t> collective mirroring</a:t>
            </a:r>
            <a:r>
              <a:rPr lang="de-DE" sz="2800" b="1" dirty="0">
                <a:latin typeface="Arial"/>
                <a:cs typeface="Arial"/>
              </a:rPr>
              <a:t> </a:t>
            </a:r>
            <a:endParaRPr lang="en-US" sz="2800" dirty="0">
              <a:latin typeface="Arial"/>
              <a:cs typeface="Arial"/>
            </a:endParaRPr>
          </a:p>
          <a:p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69F035-D4C2-A159-9884-F18C660A9816}"/>
              </a:ext>
            </a:extLst>
          </p:cNvPr>
          <p:cNvSpPr txBox="1"/>
          <p:nvPr/>
        </p:nvSpPr>
        <p:spPr>
          <a:xfrm>
            <a:off x="2123889" y="875144"/>
            <a:ext cx="144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Single-port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213530-17FB-D160-FFD9-9E9F11C85121}"/>
              </a:ext>
            </a:extLst>
          </p:cNvPr>
          <p:cNvSpPr txBox="1"/>
          <p:nvPr/>
        </p:nvSpPr>
        <p:spPr>
          <a:xfrm>
            <a:off x="5421082" y="874947"/>
            <a:ext cx="312003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Multi-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port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lang="de-DE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b="1" dirty="0" err="1">
                <a:solidFill>
                  <a:srgbClr val="1A1A1A"/>
                </a:solidFill>
                <a:latin typeface="Arial"/>
                <a:cs typeface="Arial"/>
              </a:rPr>
              <a:t>mirroring</a:t>
            </a:r>
            <a:endParaRPr lang="de-DE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D7DF8-0329-2466-C1E5-7212DA218900}"/>
              </a:ext>
            </a:extLst>
          </p:cNvPr>
          <p:cNvSpPr txBox="1"/>
          <p:nvPr/>
        </p:nvSpPr>
        <p:spPr>
          <a:xfrm>
            <a:off x="496955" y="4987520"/>
            <a:ext cx="827532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de-DE"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  <a:r>
              <a:rPr b="1" i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both ports serve the same collective</a:t>
            </a:r>
            <a: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               Reduce the number of communication steps?</a:t>
            </a:r>
            <a:b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               Minimize the communication distance?</a:t>
            </a:r>
            <a:b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b="1" i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b="1" i="1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0A096-C63E-969B-7D8D-852E5D6C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0" y="1192856"/>
            <a:ext cx="8609094" cy="310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8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C2CD-9E79-91F0-B272-6E98066E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107F43-C603-D3A7-93A9-386C46D0E1D3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C21FC3E6-971F-BD75-0AD0-1B91A8CD1D79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25785401-C0AD-34BB-417B-85800A7DF639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7A9EB057-8D7A-454C-13E6-DF2F3782BC69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0FABC93F-951B-5B41-8B5A-7056A65C130D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C1EA73E-E0C6-FA16-4F72-31BF87DC031E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C9EC66B-D851-743F-763F-CF57A82FCA50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DF71A079-91B7-E1A5-1AEF-EEF79C5DEEB7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5F776EE9-484C-B6A8-EC78-8F2D0B7E3CEB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0998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6AEC-89CD-A8CD-8798-F0C8B346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923277-6AF4-8851-0EFF-2325F8734BFA}"/>
              </a:ext>
            </a:extLst>
          </p:cNvPr>
          <p:cNvSpPr txBox="1"/>
          <p:nvPr/>
        </p:nvSpPr>
        <p:spPr>
          <a:xfrm>
            <a:off x="152400" y="101600"/>
            <a:ext cx="2059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E54AD-F638-FAED-FC8D-0E8C62E7E42E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FD63A87-FEC9-01CF-786F-2FED99EAC2C2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677A94F-7425-084B-23C8-F5F1B401C152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8F77E9-7E26-4D08-D936-FBAA9B89E2EF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B14C44F-7020-7A6D-F82F-83B6633653DC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149F97C-13B6-8021-7476-4DC297909B85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04F63A7-F5CE-5221-3D5F-19535026FB30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9D93FC84-17CD-6BAC-28ED-BAC454912D13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1B8EFB9-5DA8-06EB-06F7-94D2B3766DC6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716C68-7745-ACC1-BF00-3397D2EB43C7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E1930E-2431-963A-080F-A8C4ADCCBF88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8A531D-7F37-4488-5D66-D33BEB73AB70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9E3566BB-7FD6-B8F7-151D-FBA40A653A52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EAAD7E6A-5A07-BA16-9494-26BD77FF4900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73E22E86-A09D-8BBC-3F9E-6D33615AAEAE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372C916F-ED22-55D5-3FD0-18BC236C83B0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6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4E38-11CA-F07C-C796-A194E844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1946FC3-FE73-B599-7989-D52136B9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070" y="3532342"/>
            <a:ext cx="4701870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C8CD4B-376D-9881-61C9-90FF73F97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2342"/>
            <a:ext cx="4672756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6FA28D-1D74-09D7-1330-D49CAB10738F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348678-62EA-3EB6-E31B-1958E7C7433F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FFC7E5FF-B8D9-58B3-5671-861D1965B63F}"/>
              </a:ext>
            </a:extLst>
          </p:cNvPr>
          <p:cNvSpPr/>
          <p:nvPr/>
        </p:nvSpPr>
        <p:spPr>
          <a:xfrm>
            <a:off x="199831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6010415E-F04E-E370-1C20-2A3ADD8443F4}"/>
              </a:ext>
            </a:extLst>
          </p:cNvPr>
          <p:cNvSpPr/>
          <p:nvPr/>
        </p:nvSpPr>
        <p:spPr>
          <a:xfrm>
            <a:off x="567039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5F9E2-6B5E-5361-32ED-8ABB55DA691D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760EFE0-A1C1-530D-CCF0-DAAD8D608EA7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DB3E23B-2A89-623E-C99B-A297CDB52DCE}"/>
              </a:ext>
            </a:extLst>
          </p:cNvPr>
          <p:cNvSpPr/>
          <p:nvPr/>
        </p:nvSpPr>
        <p:spPr>
          <a:xfrm>
            <a:off x="722491" y="1479043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DCB1F6D6-18F4-6145-70D9-996FC0117651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EFEE9EA-5AF8-313D-83B6-F261F4DD9059}"/>
              </a:ext>
            </a:extLst>
          </p:cNvPr>
          <p:cNvSpPr/>
          <p:nvPr/>
        </p:nvSpPr>
        <p:spPr>
          <a:xfrm>
            <a:off x="5163162" y="1439824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A49E935A-1493-5974-059D-70EDC91BFEB0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23123A8-A7B0-1B53-65EA-F84F024089F8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3510CD94-96E1-DE55-8A10-54A289BD863D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3A1DBC9B-3ED2-F815-2558-45E85A8D8393}"/>
              </a:ext>
            </a:extLst>
          </p:cNvPr>
          <p:cNvSpPr/>
          <p:nvPr/>
        </p:nvSpPr>
        <p:spPr>
          <a:xfrm>
            <a:off x="5179428" y="2570107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2107D15-D433-21FD-3015-C9379318C300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7BEC3C-08D9-48D4-4C24-0752A08C61C3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DB2903-45FB-32DA-2BE5-F4CEF83AF806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0E060E34-20C9-7DAB-63B5-ED503BB89377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FD995C42-6C3B-3452-FE05-4665C225CD26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11D34C40-3177-CD3B-5293-8C045F9D06A7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F30173E3-5C48-82FF-FF66-E46EC8BDC685}"/>
              </a:ext>
            </a:extLst>
          </p:cNvPr>
          <p:cNvSpPr/>
          <p:nvPr/>
        </p:nvSpPr>
        <p:spPr>
          <a:xfrm>
            <a:off x="734034" y="2467169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BE9991-FC1C-A9FB-CA41-D73067955955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41F88D-6F4E-3EFA-6BDE-869290394D66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C97B13-80FC-EA3A-8366-1070B8ADB6D3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7B34BD-3B45-BAA9-E39D-B7E6ECDED962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5E4E04-473C-15C3-7E24-5C6F3F0C146A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9DEFD0-FEFB-4E62-9B49-62AFD1EA4513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46ADC3-2708-E85C-BFFA-978963956A3C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CA4D7B-E3EF-5FD8-A8F3-B3BDE5D010A9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43E36E-EC75-9111-24BD-5E296DD7D27A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7AE7D0-CA69-BA5A-1A30-76C04D7F5A77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B700FC-85EE-1DD0-4FED-EA68B400C3F8}"/>
              </a:ext>
            </a:extLst>
          </p:cNvPr>
          <p:cNvGrpSpPr/>
          <p:nvPr/>
        </p:nvGrpSpPr>
        <p:grpSpPr>
          <a:xfrm>
            <a:off x="5205058" y="4530922"/>
            <a:ext cx="3148133" cy="969273"/>
            <a:chOff x="816919" y="4537052"/>
            <a:chExt cx="3148133" cy="96927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C91536-F3CA-C016-988D-2393BD15D6F9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DED543-6F03-2051-7503-2CB49AA05EA5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45DF42-49E7-5E5E-4EE7-365BE9217E4C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76C7D9-9904-25D7-DC19-0AA785E356E6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49036F-F365-37DD-E9E8-EF95586145B3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549929-DF30-8C4A-2A9C-08C2DC19259F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31BEFF-D716-ABBF-20F0-0641B6CA077B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F458DD-2C1F-29A7-57FD-95CB1FAF2CCD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047DCF-0060-86F6-AB17-BC3292B46A78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D04663BD-33EA-4718-F94C-C2D4B8C1EDE6}"/>
              </a:ext>
            </a:extLst>
          </p:cNvPr>
          <p:cNvGrpSpPr/>
          <p:nvPr/>
        </p:nvGrpSpPr>
        <p:grpSpPr>
          <a:xfrm>
            <a:off x="831418" y="6029401"/>
            <a:ext cx="3127248" cy="274320"/>
            <a:chOff x="849804" y="3596313"/>
            <a:chExt cx="3127248" cy="274320"/>
          </a:xfrm>
        </p:grpSpPr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8F6F4CF-0E02-BCA1-57D3-FADBA9BEF641}"/>
                </a:ext>
              </a:extLst>
            </p:cNvPr>
            <p:cNvSpPr/>
            <p:nvPr/>
          </p:nvSpPr>
          <p:spPr>
            <a:xfrm>
              <a:off x="84980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2534ED31-38DC-C2A2-C7B7-6ADC95D949ED}"/>
                </a:ext>
              </a:extLst>
            </p:cNvPr>
            <p:cNvSpPr/>
            <p:nvPr/>
          </p:nvSpPr>
          <p:spPr>
            <a:xfrm>
              <a:off x="1023540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AEDFB751-4C54-CAB2-AFB6-B639A1FE7B26}"/>
                </a:ext>
              </a:extLst>
            </p:cNvPr>
            <p:cNvSpPr/>
            <p:nvPr/>
          </p:nvSpPr>
          <p:spPr>
            <a:xfrm>
              <a:off x="119727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E3AAC62C-66FB-971D-AAEA-0085973B97D6}"/>
                </a:ext>
              </a:extLst>
            </p:cNvPr>
            <p:cNvSpPr/>
            <p:nvPr/>
          </p:nvSpPr>
          <p:spPr>
            <a:xfrm>
              <a:off x="1371012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81AFDC78-1D52-F256-437E-FD7A972CC401}"/>
                </a:ext>
              </a:extLst>
            </p:cNvPr>
            <p:cNvSpPr/>
            <p:nvPr/>
          </p:nvSpPr>
          <p:spPr>
            <a:xfrm>
              <a:off x="1550877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3634A713-0DF2-F7A0-1AEF-627F1647E42C}"/>
                </a:ext>
              </a:extLst>
            </p:cNvPr>
            <p:cNvSpPr/>
            <p:nvPr/>
          </p:nvSpPr>
          <p:spPr>
            <a:xfrm>
              <a:off x="1718484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E09CEEE8-DECF-B74F-2F05-50B0EDAB4481}"/>
                </a:ext>
              </a:extLst>
            </p:cNvPr>
            <p:cNvSpPr/>
            <p:nvPr/>
          </p:nvSpPr>
          <p:spPr>
            <a:xfrm>
              <a:off x="1898349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A78DE676-20DB-7BAE-1DA1-359C643108AE}"/>
                </a:ext>
              </a:extLst>
            </p:cNvPr>
            <p:cNvSpPr/>
            <p:nvPr/>
          </p:nvSpPr>
          <p:spPr>
            <a:xfrm>
              <a:off x="206595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64E55D51-6EA5-3DE7-D529-C80893F49310}"/>
                </a:ext>
              </a:extLst>
            </p:cNvPr>
            <p:cNvSpPr/>
            <p:nvPr/>
          </p:nvSpPr>
          <p:spPr>
            <a:xfrm>
              <a:off x="2239692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EE405A77-3A1C-05B4-0A52-FBAEBFCD384F}"/>
                </a:ext>
              </a:extLst>
            </p:cNvPr>
            <p:cNvSpPr/>
            <p:nvPr/>
          </p:nvSpPr>
          <p:spPr>
            <a:xfrm>
              <a:off x="2413428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BC1187CE-F3CE-CDD4-A380-4C9AD3ADEE2A}"/>
                </a:ext>
              </a:extLst>
            </p:cNvPr>
            <p:cNvSpPr/>
            <p:nvPr/>
          </p:nvSpPr>
          <p:spPr>
            <a:xfrm>
              <a:off x="2593293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00C4971-71A0-CCA7-0558-2C2C7CB17108}"/>
                </a:ext>
              </a:extLst>
            </p:cNvPr>
            <p:cNvSpPr/>
            <p:nvPr/>
          </p:nvSpPr>
          <p:spPr>
            <a:xfrm>
              <a:off x="2754771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2704ECAD-2244-CFC0-E94C-C953D66032D9}"/>
                </a:ext>
              </a:extLst>
            </p:cNvPr>
            <p:cNvSpPr/>
            <p:nvPr/>
          </p:nvSpPr>
          <p:spPr>
            <a:xfrm>
              <a:off x="293463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045CCE47-9FC3-ED1B-51BC-C586B536C394}"/>
                </a:ext>
              </a:extLst>
            </p:cNvPr>
            <p:cNvSpPr/>
            <p:nvPr/>
          </p:nvSpPr>
          <p:spPr>
            <a:xfrm>
              <a:off x="3102243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9779A970-38A9-726B-0839-2B3CC412051A}"/>
                </a:ext>
              </a:extLst>
            </p:cNvPr>
            <p:cNvSpPr/>
            <p:nvPr/>
          </p:nvSpPr>
          <p:spPr>
            <a:xfrm>
              <a:off x="3282108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42980630-9F7E-F21D-C9F7-45A895A6CE67}"/>
                </a:ext>
              </a:extLst>
            </p:cNvPr>
            <p:cNvSpPr/>
            <p:nvPr/>
          </p:nvSpPr>
          <p:spPr>
            <a:xfrm>
              <a:off x="345584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1E182D7B-4E96-4BEC-2D67-8EF898EF4147}"/>
                </a:ext>
              </a:extLst>
            </p:cNvPr>
            <p:cNvSpPr/>
            <p:nvPr/>
          </p:nvSpPr>
          <p:spPr>
            <a:xfrm>
              <a:off x="3629580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B0292542-95B3-1367-D677-704498DCD159}"/>
                </a:ext>
              </a:extLst>
            </p:cNvPr>
            <p:cNvSpPr/>
            <p:nvPr/>
          </p:nvSpPr>
          <p:spPr>
            <a:xfrm>
              <a:off x="3803316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A9F623E-8E41-6CE9-3F92-8C86FDEF2B8E}"/>
                </a:ext>
              </a:extLst>
            </p:cNvPr>
            <p:cNvSpPr/>
            <p:nvPr/>
          </p:nvSpPr>
          <p:spPr>
            <a:xfrm>
              <a:off x="84980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017E2C83-53B2-4418-EDA1-B2E300A34818}"/>
                </a:ext>
              </a:extLst>
            </p:cNvPr>
            <p:cNvSpPr/>
            <p:nvPr/>
          </p:nvSpPr>
          <p:spPr>
            <a:xfrm>
              <a:off x="119727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D706591-BC58-D320-065D-E499DDB81C1B}"/>
                </a:ext>
              </a:extLst>
            </p:cNvPr>
            <p:cNvSpPr/>
            <p:nvPr/>
          </p:nvSpPr>
          <p:spPr>
            <a:xfrm>
              <a:off x="1550877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28E59FC-A2C6-B2CF-5D29-AA7837D31227}"/>
                </a:ext>
              </a:extLst>
            </p:cNvPr>
            <p:cNvSpPr/>
            <p:nvPr/>
          </p:nvSpPr>
          <p:spPr>
            <a:xfrm>
              <a:off x="189222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93498529-8316-8E75-0C50-44832FF90A9A}"/>
                </a:ext>
              </a:extLst>
            </p:cNvPr>
            <p:cNvSpPr/>
            <p:nvPr/>
          </p:nvSpPr>
          <p:spPr>
            <a:xfrm>
              <a:off x="2239692" y="3596313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6AC3C913-9492-0EA4-FD0C-8AC3E24278CF}"/>
                </a:ext>
              </a:extLst>
            </p:cNvPr>
            <p:cNvSpPr/>
            <p:nvPr/>
          </p:nvSpPr>
          <p:spPr>
            <a:xfrm>
              <a:off x="258716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6EF81D2C-DF50-540D-3938-31E1F9AAFE0C}"/>
                </a:ext>
              </a:extLst>
            </p:cNvPr>
            <p:cNvSpPr/>
            <p:nvPr/>
          </p:nvSpPr>
          <p:spPr>
            <a:xfrm>
              <a:off x="293463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0B685665-CE35-F97E-931B-92733FDCAD6D}"/>
                </a:ext>
              </a:extLst>
            </p:cNvPr>
            <p:cNvSpPr/>
            <p:nvPr/>
          </p:nvSpPr>
          <p:spPr>
            <a:xfrm>
              <a:off x="3282108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2B935384-4D57-1ADA-1369-9B844E506099}"/>
                </a:ext>
              </a:extLst>
            </p:cNvPr>
            <p:cNvSpPr/>
            <p:nvPr/>
          </p:nvSpPr>
          <p:spPr>
            <a:xfrm>
              <a:off x="362958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D817E59A-E8AD-48A2-F19A-27591D95EBD1}"/>
              </a:ext>
            </a:extLst>
          </p:cNvPr>
          <p:cNvGrpSpPr/>
          <p:nvPr/>
        </p:nvGrpSpPr>
        <p:grpSpPr>
          <a:xfrm>
            <a:off x="5207300" y="6029402"/>
            <a:ext cx="3127248" cy="274320"/>
            <a:chOff x="5023439" y="3608571"/>
            <a:chExt cx="3127248" cy="274320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1BE9028E-41E3-E726-DA72-2A09A821A745}"/>
                </a:ext>
              </a:extLst>
            </p:cNvPr>
            <p:cNvSpPr/>
            <p:nvPr/>
          </p:nvSpPr>
          <p:spPr>
            <a:xfrm>
              <a:off x="502343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F8DD9961-D18D-1AAA-C6B7-CD88C62C1078}"/>
                </a:ext>
              </a:extLst>
            </p:cNvPr>
            <p:cNvSpPr/>
            <p:nvPr/>
          </p:nvSpPr>
          <p:spPr>
            <a:xfrm>
              <a:off x="519717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9C86FC35-AD0F-71BC-88C4-BFAE6923232C}"/>
                </a:ext>
              </a:extLst>
            </p:cNvPr>
            <p:cNvSpPr/>
            <p:nvPr/>
          </p:nvSpPr>
          <p:spPr>
            <a:xfrm>
              <a:off x="5370911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41522BD8-F522-A6EB-7D92-9E731B8DDD2B}"/>
                </a:ext>
              </a:extLst>
            </p:cNvPr>
            <p:cNvSpPr/>
            <p:nvPr/>
          </p:nvSpPr>
          <p:spPr>
            <a:xfrm>
              <a:off x="5544647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0492423A-A965-77CD-9171-3962F1E7D826}"/>
                </a:ext>
              </a:extLst>
            </p:cNvPr>
            <p:cNvSpPr/>
            <p:nvPr/>
          </p:nvSpPr>
          <p:spPr>
            <a:xfrm>
              <a:off x="571838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07FE0521-1E59-5143-C9FA-CE705E0DC4CB}"/>
                </a:ext>
              </a:extLst>
            </p:cNvPr>
            <p:cNvSpPr/>
            <p:nvPr/>
          </p:nvSpPr>
          <p:spPr>
            <a:xfrm>
              <a:off x="5885990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0BE58955-DEE9-15C1-D4CF-D9314C1D32FC}"/>
                </a:ext>
              </a:extLst>
            </p:cNvPr>
            <p:cNvSpPr/>
            <p:nvPr/>
          </p:nvSpPr>
          <p:spPr>
            <a:xfrm>
              <a:off x="606585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4EBC49F9-0959-3B66-20E4-E90ED8355DA0}"/>
                </a:ext>
              </a:extLst>
            </p:cNvPr>
            <p:cNvSpPr/>
            <p:nvPr/>
          </p:nvSpPr>
          <p:spPr>
            <a:xfrm>
              <a:off x="6233462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F2E03CAB-3EEF-FD27-7C25-7FFD1B891E8F}"/>
                </a:ext>
              </a:extLst>
            </p:cNvPr>
            <p:cNvSpPr/>
            <p:nvPr/>
          </p:nvSpPr>
          <p:spPr>
            <a:xfrm>
              <a:off x="6413327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06BEA06B-098B-E628-1F19-52131C37E893}"/>
                </a:ext>
              </a:extLst>
            </p:cNvPr>
            <p:cNvSpPr/>
            <p:nvPr/>
          </p:nvSpPr>
          <p:spPr>
            <a:xfrm>
              <a:off x="6587063" y="3608571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D5CE3E03-B6BB-FFD6-BE16-537FD95888B3}"/>
                </a:ext>
              </a:extLst>
            </p:cNvPr>
            <p:cNvSpPr/>
            <p:nvPr/>
          </p:nvSpPr>
          <p:spPr>
            <a:xfrm>
              <a:off x="676079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248BB6D6-4081-39E1-6B21-9DBA86F5A331}"/>
                </a:ext>
              </a:extLst>
            </p:cNvPr>
            <p:cNvSpPr/>
            <p:nvPr/>
          </p:nvSpPr>
          <p:spPr>
            <a:xfrm>
              <a:off x="6928406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4BF8CC0D-9D38-B8AB-AD53-465CDB0EA6E2}"/>
                </a:ext>
              </a:extLst>
            </p:cNvPr>
            <p:cNvSpPr/>
            <p:nvPr/>
          </p:nvSpPr>
          <p:spPr>
            <a:xfrm>
              <a:off x="710827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F3B33D80-AB72-701E-9F9D-353C93443980}"/>
                </a:ext>
              </a:extLst>
            </p:cNvPr>
            <p:cNvSpPr/>
            <p:nvPr/>
          </p:nvSpPr>
          <p:spPr>
            <a:xfrm>
              <a:off x="7275878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25BBCDBC-EB48-8326-C3B3-FCA1244853B6}"/>
                </a:ext>
              </a:extLst>
            </p:cNvPr>
            <p:cNvSpPr/>
            <p:nvPr/>
          </p:nvSpPr>
          <p:spPr>
            <a:xfrm>
              <a:off x="745574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43582006-A93E-5124-5614-1B0E222C4CB4}"/>
                </a:ext>
              </a:extLst>
            </p:cNvPr>
            <p:cNvSpPr/>
            <p:nvPr/>
          </p:nvSpPr>
          <p:spPr>
            <a:xfrm>
              <a:off x="762947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C77A0628-82F9-B96D-917F-EA19D355280D}"/>
                </a:ext>
              </a:extLst>
            </p:cNvPr>
            <p:cNvSpPr/>
            <p:nvPr/>
          </p:nvSpPr>
          <p:spPr>
            <a:xfrm>
              <a:off x="780321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A32C73ED-D2AC-7BDA-F532-8E17AEF4AF8D}"/>
                </a:ext>
              </a:extLst>
            </p:cNvPr>
            <p:cNvSpPr/>
            <p:nvPr/>
          </p:nvSpPr>
          <p:spPr>
            <a:xfrm>
              <a:off x="797695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DEC90A87-1CB4-8EF0-87E8-66099693FE53}"/>
                </a:ext>
              </a:extLst>
            </p:cNvPr>
            <p:cNvSpPr/>
            <p:nvPr/>
          </p:nvSpPr>
          <p:spPr>
            <a:xfrm>
              <a:off x="502343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8676BAAE-96AA-650C-4EDA-AB543F3728E0}"/>
                </a:ext>
              </a:extLst>
            </p:cNvPr>
            <p:cNvSpPr/>
            <p:nvPr/>
          </p:nvSpPr>
          <p:spPr>
            <a:xfrm>
              <a:off x="5370911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1E3199DD-0945-A5D3-8C51-A19C2E757D64}"/>
                </a:ext>
              </a:extLst>
            </p:cNvPr>
            <p:cNvSpPr/>
            <p:nvPr/>
          </p:nvSpPr>
          <p:spPr>
            <a:xfrm>
              <a:off x="5718383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13B6DF49-D719-9005-5C0D-B9ACFCF5A976}"/>
                </a:ext>
              </a:extLst>
            </p:cNvPr>
            <p:cNvSpPr/>
            <p:nvPr/>
          </p:nvSpPr>
          <p:spPr>
            <a:xfrm>
              <a:off x="6059726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4D6E819B-0A5D-C9AC-79BE-97F7123EBDF0}"/>
                </a:ext>
              </a:extLst>
            </p:cNvPr>
            <p:cNvSpPr/>
            <p:nvPr/>
          </p:nvSpPr>
          <p:spPr>
            <a:xfrm>
              <a:off x="6413327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3DDE16FB-78CA-29BF-E090-44DC9D1922CC}"/>
                </a:ext>
              </a:extLst>
            </p:cNvPr>
            <p:cNvSpPr/>
            <p:nvPr/>
          </p:nvSpPr>
          <p:spPr>
            <a:xfrm>
              <a:off x="676079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C1676D01-B724-47E0-D521-02BE049E2A91}"/>
                </a:ext>
              </a:extLst>
            </p:cNvPr>
            <p:cNvSpPr/>
            <p:nvPr/>
          </p:nvSpPr>
          <p:spPr>
            <a:xfrm>
              <a:off x="7108271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4C87C7EA-C3B5-35F3-B11A-BACE4A22D1C4}"/>
                </a:ext>
              </a:extLst>
            </p:cNvPr>
            <p:cNvSpPr/>
            <p:nvPr/>
          </p:nvSpPr>
          <p:spPr>
            <a:xfrm>
              <a:off x="7455743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57D27937-1177-A3A9-4C27-EB367136BE2C}"/>
                </a:ext>
              </a:extLst>
            </p:cNvPr>
            <p:cNvSpPr/>
            <p:nvPr/>
          </p:nvSpPr>
          <p:spPr>
            <a:xfrm>
              <a:off x="7803215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BE66F292-F981-35E7-DD78-058809C0774C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88F833E-93B8-E53D-B58F-B4DF2C1E75D8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4536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7353-A280-0255-4081-C69E57C9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DAF5B86-4DD8-03F9-60B9-B92377353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070" y="3525559"/>
            <a:ext cx="4701870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AC3E14-FD18-F6F5-D207-F27176DE8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559"/>
            <a:ext cx="4672756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486F5-E55A-CD6D-ADB9-653CC72DCBE6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B073DF9D-166C-15DD-69B0-B2813EFCE22A}"/>
                  </a:ext>
                </a:extLst>
              </p:cNvPr>
              <p:cNvSpPr/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B073DF9D-166C-15DD-69B0-B2813EFCE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3">
            <a:extLst>
              <a:ext uri="{FF2B5EF4-FFF2-40B4-BE49-F238E27FC236}">
                <a16:creationId xmlns:a16="http://schemas.microsoft.com/office/drawing/2014/main" id="{0BD0CFA2-E0A8-99D6-4371-410DB7F52246}"/>
              </a:ext>
            </a:extLst>
          </p:cNvPr>
          <p:cNvSpPr/>
          <p:nvPr/>
        </p:nvSpPr>
        <p:spPr>
          <a:xfrm>
            <a:off x="4083226" y="3835152"/>
            <a:ext cx="1052970" cy="29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Root node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5BFB7E-15CE-6CDC-6553-6B4E542C0C94}"/>
              </a:ext>
            </a:extLst>
          </p:cNvPr>
          <p:cNvCxnSpPr>
            <a:cxnSpLocks/>
          </p:cNvCxnSpPr>
          <p:nvPr/>
        </p:nvCxnSpPr>
        <p:spPr>
          <a:xfrm flipH="1">
            <a:off x="2468508" y="4011126"/>
            <a:ext cx="1614211" cy="274352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2854D5-3E0E-4EDC-0BF0-05ADE03DBD95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71560-028A-D244-A12A-F91B66794027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F6586A-FA79-6BB6-E445-E11A47DFB0C6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11A04C7-DE5D-0ADC-230B-601D9EA9C612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8B3CD51-E76F-AA43-504B-FBFB8FEBC6B0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9D989BD-7DB6-E9B4-F797-7E2538AAC21F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15D3241B-AC39-7AA0-4F3F-B0DAE4497FFE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E5E43689-A475-6AAB-D7A3-64177ABA5A9B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E287CEA-BB2E-4200-709F-26FE957AB504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F7FED837-4DCA-E11E-461A-045FEE17B122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55D0CD-56C7-CBC9-DFD9-81185EC5F50D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F34F713-A1AE-1B8D-2B4B-7C224221D6DF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9B8748-BCBD-5C0B-E48F-E3FFC0C2718E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B616B53B-B732-FF9E-CE5C-5DF4EFD427E0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3C41680-78D5-2F31-62CB-AE55F10E3E88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A1C95E93-C647-1039-3AFD-385A8CB2026E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4A82A69-7B15-F7DA-8AC0-02A693386275}"/>
              </a:ext>
            </a:extLst>
          </p:cNvPr>
          <p:cNvSpPr/>
          <p:nvPr/>
        </p:nvSpPr>
        <p:spPr>
          <a:xfrm>
            <a:off x="199831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B9865AF2-5F12-9EE6-BFFB-536AD80551E1}"/>
                  </a:ext>
                </a:extLst>
              </p:cNvPr>
              <p:cNvSpPr/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B9865AF2-5F12-9EE6-BFFB-536AD80551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EE474DA-AF78-A311-7751-A6C880F58C9E}"/>
              </a:ext>
            </a:extLst>
          </p:cNvPr>
          <p:cNvCxnSpPr>
            <a:cxnSpLocks/>
          </p:cNvCxnSpPr>
          <p:nvPr/>
        </p:nvCxnSpPr>
        <p:spPr>
          <a:xfrm>
            <a:off x="5179969" y="4011126"/>
            <a:ext cx="1534538" cy="26209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4">
            <a:extLst>
              <a:ext uri="{FF2B5EF4-FFF2-40B4-BE49-F238E27FC236}">
                <a16:creationId xmlns:a16="http://schemas.microsoft.com/office/drawing/2014/main" id="{DC7822E3-1E70-B5BA-1AA8-11592F04740E}"/>
              </a:ext>
            </a:extLst>
          </p:cNvPr>
          <p:cNvSpPr/>
          <p:nvPr/>
        </p:nvSpPr>
        <p:spPr>
          <a:xfrm>
            <a:off x="566958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F2651C5-11F3-461A-CBA9-CD444BE8734A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BF5E7E-145D-08B8-394D-BCFD39252751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DA59C7-94CD-8133-1987-B66A4E8C1400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D880D1-A36E-B30F-AF1A-5D9B5D0994A1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597173-F361-3451-1DB9-9A291CD0A2B1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A35427-C2DB-AA61-625F-FF2C3C17FFC9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A6A7C7-9F99-DE6B-16E1-EB2A6451B4B8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B88F7F-FC7B-2511-20EC-AEA78833F277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E6C5E0-1762-CE17-970F-9D0AE2ED2F8C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318147-C260-F25A-52FF-7DE988EDC827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FA3E40-7FC1-7163-B33B-57B7C1D72ECE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69D070-5533-3D5A-6C13-7394E209CA55}"/>
              </a:ext>
            </a:extLst>
          </p:cNvPr>
          <p:cNvGrpSpPr/>
          <p:nvPr/>
        </p:nvGrpSpPr>
        <p:grpSpPr>
          <a:xfrm>
            <a:off x="5205058" y="4530922"/>
            <a:ext cx="3148133" cy="969273"/>
            <a:chOff x="816919" y="4537052"/>
            <a:chExt cx="3148133" cy="96927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CD9E96-F862-4A4D-2578-03E68CAAC5FF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0203DF-7F5F-3BBF-DB3B-7E406125915B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74042E-8F45-7290-7BA2-5FD1511AAE61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456CD1-077A-5D4B-6A36-B689BA923AE3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D8BCE1-1EFB-B418-2113-8046116DA919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C79529-A196-CBD6-E9AA-F8BC7E228DEF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990589-5960-F885-988B-BFDC8F071BED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352E20-CEC6-7F19-B7ED-5C6AE8041C3B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45F8B5-31B1-244E-1F69-B339CA5F3DF7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577CECB-8C0E-19C3-9D20-9CFE5F1C19A4}"/>
              </a:ext>
            </a:extLst>
          </p:cNvPr>
          <p:cNvGrpSpPr/>
          <p:nvPr/>
        </p:nvGrpSpPr>
        <p:grpSpPr>
          <a:xfrm>
            <a:off x="831418" y="6029401"/>
            <a:ext cx="3127248" cy="274320"/>
            <a:chOff x="849804" y="3596313"/>
            <a:chExt cx="3127248" cy="2743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690FCCA-BE63-3C14-CD8B-19554498107B}"/>
                </a:ext>
              </a:extLst>
            </p:cNvPr>
            <p:cNvSpPr/>
            <p:nvPr/>
          </p:nvSpPr>
          <p:spPr>
            <a:xfrm>
              <a:off x="84980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0BD9EF-5A60-BB48-B5B0-F28E1C81405F}"/>
                </a:ext>
              </a:extLst>
            </p:cNvPr>
            <p:cNvSpPr/>
            <p:nvPr/>
          </p:nvSpPr>
          <p:spPr>
            <a:xfrm>
              <a:off x="1023540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15D946-E996-A0DF-8081-8E814175EAA4}"/>
                </a:ext>
              </a:extLst>
            </p:cNvPr>
            <p:cNvSpPr/>
            <p:nvPr/>
          </p:nvSpPr>
          <p:spPr>
            <a:xfrm>
              <a:off x="119727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735A61F-1A3F-2EF2-239E-811F7DB6DCFD}"/>
                </a:ext>
              </a:extLst>
            </p:cNvPr>
            <p:cNvSpPr/>
            <p:nvPr/>
          </p:nvSpPr>
          <p:spPr>
            <a:xfrm>
              <a:off x="1371012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89EA907-0C7C-830E-7680-78E0F761592D}"/>
                </a:ext>
              </a:extLst>
            </p:cNvPr>
            <p:cNvSpPr/>
            <p:nvPr/>
          </p:nvSpPr>
          <p:spPr>
            <a:xfrm>
              <a:off x="1550877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D8BB4D-776D-28DE-4CCB-4B785B696575}"/>
                </a:ext>
              </a:extLst>
            </p:cNvPr>
            <p:cNvSpPr/>
            <p:nvPr/>
          </p:nvSpPr>
          <p:spPr>
            <a:xfrm>
              <a:off x="1718484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87EDF26-1AF7-C9DE-59C2-E553A983611C}"/>
                </a:ext>
              </a:extLst>
            </p:cNvPr>
            <p:cNvSpPr/>
            <p:nvPr/>
          </p:nvSpPr>
          <p:spPr>
            <a:xfrm>
              <a:off x="1898349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9A4766-2B49-11C0-01BD-8931635E1A4D}"/>
                </a:ext>
              </a:extLst>
            </p:cNvPr>
            <p:cNvSpPr/>
            <p:nvPr/>
          </p:nvSpPr>
          <p:spPr>
            <a:xfrm>
              <a:off x="206595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3D59EFA-1540-1686-E75E-7AC624929030}"/>
                </a:ext>
              </a:extLst>
            </p:cNvPr>
            <p:cNvSpPr/>
            <p:nvPr/>
          </p:nvSpPr>
          <p:spPr>
            <a:xfrm>
              <a:off x="2239692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F85B296-29CD-4A2B-389A-7D3029D2EF6A}"/>
                </a:ext>
              </a:extLst>
            </p:cNvPr>
            <p:cNvSpPr/>
            <p:nvPr/>
          </p:nvSpPr>
          <p:spPr>
            <a:xfrm>
              <a:off x="2413428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58D0AE9-2821-3077-3594-684BE67EAD92}"/>
                </a:ext>
              </a:extLst>
            </p:cNvPr>
            <p:cNvSpPr/>
            <p:nvPr/>
          </p:nvSpPr>
          <p:spPr>
            <a:xfrm>
              <a:off x="2593293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6B14A24-06D7-47CD-3C6E-AEC2E8179060}"/>
                </a:ext>
              </a:extLst>
            </p:cNvPr>
            <p:cNvSpPr/>
            <p:nvPr/>
          </p:nvSpPr>
          <p:spPr>
            <a:xfrm>
              <a:off x="2754771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F3A2F7A-ACF3-F3D1-4297-1D4292EF43C0}"/>
                </a:ext>
              </a:extLst>
            </p:cNvPr>
            <p:cNvSpPr/>
            <p:nvPr/>
          </p:nvSpPr>
          <p:spPr>
            <a:xfrm>
              <a:off x="293463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9F1667A-262E-4BEB-4CD0-EA9E79501C98}"/>
                </a:ext>
              </a:extLst>
            </p:cNvPr>
            <p:cNvSpPr/>
            <p:nvPr/>
          </p:nvSpPr>
          <p:spPr>
            <a:xfrm>
              <a:off x="3102243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CA16A25-F244-CCEA-522F-64E24B62D55F}"/>
                </a:ext>
              </a:extLst>
            </p:cNvPr>
            <p:cNvSpPr/>
            <p:nvPr/>
          </p:nvSpPr>
          <p:spPr>
            <a:xfrm>
              <a:off x="3282108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3BA97EE-C6AC-6288-E52B-8E45A6B425A4}"/>
                </a:ext>
              </a:extLst>
            </p:cNvPr>
            <p:cNvSpPr/>
            <p:nvPr/>
          </p:nvSpPr>
          <p:spPr>
            <a:xfrm>
              <a:off x="345584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27B7806-C0A0-252D-BD48-9779A9F0C2D0}"/>
                </a:ext>
              </a:extLst>
            </p:cNvPr>
            <p:cNvSpPr/>
            <p:nvPr/>
          </p:nvSpPr>
          <p:spPr>
            <a:xfrm>
              <a:off x="3629580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384C6F9-0670-149A-6AEF-CA0B03E2F199}"/>
                </a:ext>
              </a:extLst>
            </p:cNvPr>
            <p:cNvSpPr/>
            <p:nvPr/>
          </p:nvSpPr>
          <p:spPr>
            <a:xfrm>
              <a:off x="3803316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FF9DDF9-0AD0-C061-4C01-B03C38911740}"/>
                </a:ext>
              </a:extLst>
            </p:cNvPr>
            <p:cNvSpPr/>
            <p:nvPr/>
          </p:nvSpPr>
          <p:spPr>
            <a:xfrm>
              <a:off x="84980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58C5E60-703D-6358-E9FA-84951D0E65D4}"/>
                </a:ext>
              </a:extLst>
            </p:cNvPr>
            <p:cNvSpPr/>
            <p:nvPr/>
          </p:nvSpPr>
          <p:spPr>
            <a:xfrm>
              <a:off x="119727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CA65FEB-29C3-DFD9-C3C8-A39B288AB2EA}"/>
                </a:ext>
              </a:extLst>
            </p:cNvPr>
            <p:cNvSpPr/>
            <p:nvPr/>
          </p:nvSpPr>
          <p:spPr>
            <a:xfrm>
              <a:off x="1550877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DAC8757-228E-24CC-38CA-FD0D22248FD7}"/>
                </a:ext>
              </a:extLst>
            </p:cNvPr>
            <p:cNvSpPr/>
            <p:nvPr/>
          </p:nvSpPr>
          <p:spPr>
            <a:xfrm>
              <a:off x="189222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7CAB65F-2F18-3140-8C1E-B71034EF9959}"/>
                </a:ext>
              </a:extLst>
            </p:cNvPr>
            <p:cNvSpPr/>
            <p:nvPr/>
          </p:nvSpPr>
          <p:spPr>
            <a:xfrm>
              <a:off x="2239692" y="3596313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39F74B8-14CC-473A-17E0-F0E66EB34F35}"/>
                </a:ext>
              </a:extLst>
            </p:cNvPr>
            <p:cNvSpPr/>
            <p:nvPr/>
          </p:nvSpPr>
          <p:spPr>
            <a:xfrm>
              <a:off x="258716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7D0B279-912D-0681-BD7F-ADD52430A817}"/>
                </a:ext>
              </a:extLst>
            </p:cNvPr>
            <p:cNvSpPr/>
            <p:nvPr/>
          </p:nvSpPr>
          <p:spPr>
            <a:xfrm>
              <a:off x="293463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B2A4937-B12B-85FA-F128-95AC0882ACEE}"/>
                </a:ext>
              </a:extLst>
            </p:cNvPr>
            <p:cNvSpPr/>
            <p:nvPr/>
          </p:nvSpPr>
          <p:spPr>
            <a:xfrm>
              <a:off x="3282108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7974B0C-1B5E-936E-D732-1E19D47CFC37}"/>
                </a:ext>
              </a:extLst>
            </p:cNvPr>
            <p:cNvSpPr/>
            <p:nvPr/>
          </p:nvSpPr>
          <p:spPr>
            <a:xfrm>
              <a:off x="362958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45F3EDE-3A39-A88E-8DC2-58A9989FE4D4}"/>
              </a:ext>
            </a:extLst>
          </p:cNvPr>
          <p:cNvGrpSpPr/>
          <p:nvPr/>
        </p:nvGrpSpPr>
        <p:grpSpPr>
          <a:xfrm>
            <a:off x="5207300" y="6029402"/>
            <a:ext cx="3127248" cy="274320"/>
            <a:chOff x="5023439" y="3608571"/>
            <a:chExt cx="3127248" cy="2743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ADAAEB5-0374-5C32-E531-C9BD3CA4403B}"/>
                </a:ext>
              </a:extLst>
            </p:cNvPr>
            <p:cNvSpPr/>
            <p:nvPr/>
          </p:nvSpPr>
          <p:spPr>
            <a:xfrm>
              <a:off x="502343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36B1F15-D247-83C6-E50F-569B8BB4D50B}"/>
                </a:ext>
              </a:extLst>
            </p:cNvPr>
            <p:cNvSpPr/>
            <p:nvPr/>
          </p:nvSpPr>
          <p:spPr>
            <a:xfrm>
              <a:off x="519717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7F92DA4-345A-97CA-3BCC-6EED34864691}"/>
                </a:ext>
              </a:extLst>
            </p:cNvPr>
            <p:cNvSpPr/>
            <p:nvPr/>
          </p:nvSpPr>
          <p:spPr>
            <a:xfrm>
              <a:off x="5370911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9FD66F4-80B6-363C-6D36-3CC1439CB54E}"/>
                </a:ext>
              </a:extLst>
            </p:cNvPr>
            <p:cNvSpPr/>
            <p:nvPr/>
          </p:nvSpPr>
          <p:spPr>
            <a:xfrm>
              <a:off x="5544647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6D9F77F-8F08-831C-E17F-5CA886168497}"/>
                </a:ext>
              </a:extLst>
            </p:cNvPr>
            <p:cNvSpPr/>
            <p:nvPr/>
          </p:nvSpPr>
          <p:spPr>
            <a:xfrm>
              <a:off x="571838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E28E7F0-FE88-DEE4-7B1E-903968A4584D}"/>
                </a:ext>
              </a:extLst>
            </p:cNvPr>
            <p:cNvSpPr/>
            <p:nvPr/>
          </p:nvSpPr>
          <p:spPr>
            <a:xfrm>
              <a:off x="5885990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0D42D14-7BAF-B244-3F2F-DE01B7FE9537}"/>
                </a:ext>
              </a:extLst>
            </p:cNvPr>
            <p:cNvSpPr/>
            <p:nvPr/>
          </p:nvSpPr>
          <p:spPr>
            <a:xfrm>
              <a:off x="606585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E4855CB-6F5F-E82A-FD71-78A6F9E8EBF5}"/>
                </a:ext>
              </a:extLst>
            </p:cNvPr>
            <p:cNvSpPr/>
            <p:nvPr/>
          </p:nvSpPr>
          <p:spPr>
            <a:xfrm>
              <a:off x="6233462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7FEF6B1-1502-138D-82A7-3ED1E4645A74}"/>
                </a:ext>
              </a:extLst>
            </p:cNvPr>
            <p:cNvSpPr/>
            <p:nvPr/>
          </p:nvSpPr>
          <p:spPr>
            <a:xfrm>
              <a:off x="6413327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CAA6FF3-226E-FF12-8C40-A6004B156891}"/>
                </a:ext>
              </a:extLst>
            </p:cNvPr>
            <p:cNvSpPr/>
            <p:nvPr/>
          </p:nvSpPr>
          <p:spPr>
            <a:xfrm>
              <a:off x="6587063" y="3608571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A19399A-AD83-1E98-F86A-F0FA2E858662}"/>
                </a:ext>
              </a:extLst>
            </p:cNvPr>
            <p:cNvSpPr/>
            <p:nvPr/>
          </p:nvSpPr>
          <p:spPr>
            <a:xfrm>
              <a:off x="676079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A4DCB92-49BE-7ED7-0DFE-DCF0AD6A9F2D}"/>
                </a:ext>
              </a:extLst>
            </p:cNvPr>
            <p:cNvSpPr/>
            <p:nvPr/>
          </p:nvSpPr>
          <p:spPr>
            <a:xfrm>
              <a:off x="6928406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9940190-3969-A0BE-BF14-74AE902D376D}"/>
                </a:ext>
              </a:extLst>
            </p:cNvPr>
            <p:cNvSpPr/>
            <p:nvPr/>
          </p:nvSpPr>
          <p:spPr>
            <a:xfrm>
              <a:off x="710827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06DB200-8227-6473-9993-E38EF43DE757}"/>
                </a:ext>
              </a:extLst>
            </p:cNvPr>
            <p:cNvSpPr/>
            <p:nvPr/>
          </p:nvSpPr>
          <p:spPr>
            <a:xfrm>
              <a:off x="7275878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33D06F1-9D63-6C8B-4407-1820A6584233}"/>
                </a:ext>
              </a:extLst>
            </p:cNvPr>
            <p:cNvSpPr/>
            <p:nvPr/>
          </p:nvSpPr>
          <p:spPr>
            <a:xfrm>
              <a:off x="745574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41AB9BD-79EC-A9F2-B80A-199D346761AB}"/>
                </a:ext>
              </a:extLst>
            </p:cNvPr>
            <p:cNvSpPr/>
            <p:nvPr/>
          </p:nvSpPr>
          <p:spPr>
            <a:xfrm>
              <a:off x="762947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6AEE1E8-627A-9646-0278-EA451EC6F749}"/>
                </a:ext>
              </a:extLst>
            </p:cNvPr>
            <p:cNvSpPr/>
            <p:nvPr/>
          </p:nvSpPr>
          <p:spPr>
            <a:xfrm>
              <a:off x="780321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0F79151-ED72-3444-5695-FAA3B2E32302}"/>
                </a:ext>
              </a:extLst>
            </p:cNvPr>
            <p:cNvSpPr/>
            <p:nvPr/>
          </p:nvSpPr>
          <p:spPr>
            <a:xfrm>
              <a:off x="797695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B3E3B09-423E-6CBA-5FED-2868076BC71C}"/>
                </a:ext>
              </a:extLst>
            </p:cNvPr>
            <p:cNvSpPr/>
            <p:nvPr/>
          </p:nvSpPr>
          <p:spPr>
            <a:xfrm>
              <a:off x="502343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BD7476-8A8C-E5AE-8589-3E7DAE27FFAA}"/>
                </a:ext>
              </a:extLst>
            </p:cNvPr>
            <p:cNvSpPr/>
            <p:nvPr/>
          </p:nvSpPr>
          <p:spPr>
            <a:xfrm>
              <a:off x="5370911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CC0975C-418E-0761-68E0-84DA2D237128}"/>
                </a:ext>
              </a:extLst>
            </p:cNvPr>
            <p:cNvSpPr/>
            <p:nvPr/>
          </p:nvSpPr>
          <p:spPr>
            <a:xfrm>
              <a:off x="5718383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CDBA31D-CCA8-C7EA-508F-EE8432D8E50D}"/>
                </a:ext>
              </a:extLst>
            </p:cNvPr>
            <p:cNvSpPr/>
            <p:nvPr/>
          </p:nvSpPr>
          <p:spPr>
            <a:xfrm>
              <a:off x="6059726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7C99999-61F0-FB7E-AF51-19D4302A251E}"/>
                </a:ext>
              </a:extLst>
            </p:cNvPr>
            <p:cNvSpPr/>
            <p:nvPr/>
          </p:nvSpPr>
          <p:spPr>
            <a:xfrm>
              <a:off x="6413327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F0CF088-CB69-8A39-BD4A-74CB4905E77C}"/>
                </a:ext>
              </a:extLst>
            </p:cNvPr>
            <p:cNvSpPr/>
            <p:nvPr/>
          </p:nvSpPr>
          <p:spPr>
            <a:xfrm>
              <a:off x="676079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A29136C-E945-484C-0944-DF7AE4CB8A33}"/>
                </a:ext>
              </a:extLst>
            </p:cNvPr>
            <p:cNvSpPr/>
            <p:nvPr/>
          </p:nvSpPr>
          <p:spPr>
            <a:xfrm>
              <a:off x="7108271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2077C76-3A49-CD16-C9EC-F1964C7D0FA0}"/>
                </a:ext>
              </a:extLst>
            </p:cNvPr>
            <p:cNvSpPr/>
            <p:nvPr/>
          </p:nvSpPr>
          <p:spPr>
            <a:xfrm>
              <a:off x="7455743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C50F1F2-8AF1-B0D6-E979-72B64325DDD1}"/>
                </a:ext>
              </a:extLst>
            </p:cNvPr>
            <p:cNvSpPr/>
            <p:nvPr/>
          </p:nvSpPr>
          <p:spPr>
            <a:xfrm>
              <a:off x="7803215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7A0A299-9ABA-B767-FB57-9B5A01957D7C}"/>
              </a:ext>
            </a:extLst>
          </p:cNvPr>
          <p:cNvCxnSpPr>
            <a:cxnSpLocks/>
          </p:cNvCxnSpPr>
          <p:nvPr/>
        </p:nvCxnSpPr>
        <p:spPr>
          <a:xfrm>
            <a:off x="6772323" y="5674707"/>
            <a:ext cx="0" cy="321899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 13">
            <a:extLst>
              <a:ext uri="{FF2B5EF4-FFF2-40B4-BE49-F238E27FC236}">
                <a16:creationId xmlns:a16="http://schemas.microsoft.com/office/drawing/2014/main" id="{E0F46C58-DDFC-3518-1177-D50C81FB96B4}"/>
              </a:ext>
            </a:extLst>
          </p:cNvPr>
          <p:cNvSpPr/>
          <p:nvPr/>
        </p:nvSpPr>
        <p:spPr>
          <a:xfrm>
            <a:off x="5784298" y="5114559"/>
            <a:ext cx="2202778" cy="496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Split vector in two separate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AllReduces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BE4B32A-1B40-1E01-4254-D7A5EBFDDD31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1BBA9D5-F203-B0C2-AB78-65BF50F26061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85111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2F4C-A783-A8F6-106F-FCED94CF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163C1EA-D3C3-3A97-778B-ED7A0FE9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070" y="3525559"/>
            <a:ext cx="4701870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BF2A05-9D90-58C0-F643-F4A24143C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5559"/>
            <a:ext cx="4672756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00EBE0-C01C-136B-1E10-53A63DAA22F2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74D7BA28-CBDE-5F02-6D71-A1DF50697B0E}"/>
                  </a:ext>
                </a:extLst>
              </p:cNvPr>
              <p:cNvSpPr/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B073DF9D-166C-15DD-69B0-B2813EFCE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3">
            <a:extLst>
              <a:ext uri="{FF2B5EF4-FFF2-40B4-BE49-F238E27FC236}">
                <a16:creationId xmlns:a16="http://schemas.microsoft.com/office/drawing/2014/main" id="{62E351E2-F1BC-ED3B-67C4-BB962A5ED6FE}"/>
              </a:ext>
            </a:extLst>
          </p:cNvPr>
          <p:cNvSpPr/>
          <p:nvPr/>
        </p:nvSpPr>
        <p:spPr>
          <a:xfrm>
            <a:off x="4083226" y="3835152"/>
            <a:ext cx="1052970" cy="29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Root node</a:t>
            </a: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12915CF9-AFBC-4EA8-7913-E6D532DA629E}"/>
              </a:ext>
            </a:extLst>
          </p:cNvPr>
          <p:cNvSpPr/>
          <p:nvPr/>
        </p:nvSpPr>
        <p:spPr>
          <a:xfrm>
            <a:off x="1462767" y="5501840"/>
            <a:ext cx="1993945" cy="30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>
                <a:latin typeface="Cambria Math"/>
                <a:ea typeface="Cambria Math"/>
                <a:cs typeface="Arial"/>
              </a:rPr>
              <a:t>Left/right peer of r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D8793F-1A0C-ED00-4460-C7EA82BDFA63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61AABCB5-64DC-33FE-1DB5-83A3AB365456}"/>
              </a:ext>
            </a:extLst>
          </p:cNvPr>
          <p:cNvSpPr/>
          <p:nvPr/>
        </p:nvSpPr>
        <p:spPr>
          <a:xfrm>
            <a:off x="199831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CBC644AC-6ADA-6AE3-8A57-7E74238E875A}"/>
                  </a:ext>
                </a:extLst>
              </p:cNvPr>
              <p:cNvSpPr/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B9865AF2-5F12-9EE6-BFFB-536AD80551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4">
            <a:extLst>
              <a:ext uri="{FF2B5EF4-FFF2-40B4-BE49-F238E27FC236}">
                <a16:creationId xmlns:a16="http://schemas.microsoft.com/office/drawing/2014/main" id="{1C075C29-3BCF-0C88-6885-9AD2A7E475EB}"/>
              </a:ext>
            </a:extLst>
          </p:cNvPr>
          <p:cNvSpPr/>
          <p:nvPr/>
        </p:nvSpPr>
        <p:spPr>
          <a:xfrm>
            <a:off x="566958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E8312-CD0A-7AE4-36C3-B6AECF457FB8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1EC1253-9D76-4210-E1B2-875AB65958E6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BD59AB4-54BD-9EB4-F0FD-77C68DBE00CD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3D44975-361D-F084-29C8-8B22F363D502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BAF283E2-56DB-EC97-F01B-C297D8D77217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DDE97F55-772E-46F8-E1C6-4A96E1B7B333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F72C94BC-540B-D91F-B06A-A1C914EA815F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8DF212DC-8A2D-BA7D-0321-5A27E41CABC4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A49AC0F7-BB80-C51D-4C85-B047003AC6D8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olidFill>
                  <a:srgbClr val="555555"/>
                </a:solidFill>
                <a:latin typeface="Arial"/>
                <a:cs typeface="Arial"/>
              </a:rPr>
              <a:t>Trivance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reaches all nodes in </a:t>
            </a:r>
            <a:r>
              <a:rPr lang="en-US">
                <a:solidFill>
                  <a:srgbClr val="555555"/>
                </a:solidFill>
                <a:latin typeface="Cambria Math"/>
                <a:ea typeface="Cambria Math"/>
                <a:cs typeface="Arial"/>
              </a:rPr>
              <a:t>log₃ n</a:t>
            </a:r>
            <a:br>
              <a:rPr lang="en-US" dirty="0">
                <a:solidFill>
                  <a:srgbClr val="555555"/>
                </a:solidFill>
                <a:latin typeface="Cambria Math"/>
                <a:ea typeface="Cambria Math"/>
                <a:cs typeface="Arial"/>
              </a:rPr>
            </a:br>
            <a:r>
              <a:rPr lang="en-US">
                <a:solidFill>
                  <a:srgbClr val="555555"/>
                </a:solidFill>
                <a:latin typeface="Arial"/>
                <a:ea typeface="Cambria Math"/>
                <a:cs typeface="Arial"/>
              </a:rPr>
              <a:t>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1BA6F6-4984-D0AB-5024-5EE3CF107E3D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ACF3CA-AFA1-83E8-771B-B1A22153FC55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CDA458A-736A-CC49-8F54-A6B830D3E7EA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8F9E130B-FB43-5336-4C9C-3BBF766DBC7B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4CA76562-ECA0-8B4A-0461-43344CAB1D29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64772C06-27B9-4986-23C8-DB1D8BE7DC3A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BE69C344-E4E6-8711-C6FE-D1B8805975C0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05B11A-AF9C-D73D-399E-927089EE47B4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E60035-1D6B-221D-916A-60606F3BF39E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68AB58-E9E6-F1B2-73F1-CDD6EE282346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AD97DF-7F65-7FC8-D39E-5FE8FDDC1D0C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7C6F28-7F4E-2946-A1DB-ABE06D503BBF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CF86F2-AA9F-40D9-F80F-19B34FAF260C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EAA901-0E22-4D77-86FB-BC842E1D1D84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692A15-103C-A7D5-6D45-D1E38431A435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9700A62-F5C1-F40D-F76E-DF5BFE7EAD3A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716C0D-A14F-8E3C-1E74-848A3466D428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6D8C0E5-AFD2-D2F8-D355-66DB86B91481}"/>
              </a:ext>
            </a:extLst>
          </p:cNvPr>
          <p:cNvGrpSpPr/>
          <p:nvPr/>
        </p:nvGrpSpPr>
        <p:grpSpPr>
          <a:xfrm>
            <a:off x="5205058" y="4530922"/>
            <a:ext cx="3148133" cy="969273"/>
            <a:chOff x="816919" y="4537052"/>
            <a:chExt cx="3148133" cy="96927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64BEAD-97AD-CCD8-9915-4B115A5F071A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8BEF4B-92E5-8DAE-CC0F-158F4C739126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144EA78-DE04-3B0E-46CC-D4C47BE5F9D2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DE11668-BF46-BAFC-7DAA-E6EB42B60E46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B50EFEF-7497-EBA7-B40E-F31A0E4C9464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B1AD33-8896-FEE1-F056-00524F39324B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754765-6B33-47FE-7C30-4A37E66BD17F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E1789C-FE32-C5B7-3E10-D7733AF6C939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5175DE8-CC8C-6801-8DBA-DE0054864EBE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EDF916-7A41-2F4A-4B0B-B1AD4D9C9276}"/>
              </a:ext>
            </a:extLst>
          </p:cNvPr>
          <p:cNvCxnSpPr>
            <a:cxnSpLocks/>
          </p:cNvCxnSpPr>
          <p:nvPr/>
        </p:nvCxnSpPr>
        <p:spPr>
          <a:xfrm flipH="1">
            <a:off x="2468508" y="4011126"/>
            <a:ext cx="1614211" cy="274352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6E64E96-6375-9FBE-0D00-7DAE120470D6}"/>
              </a:ext>
            </a:extLst>
          </p:cNvPr>
          <p:cNvCxnSpPr>
            <a:cxnSpLocks/>
          </p:cNvCxnSpPr>
          <p:nvPr/>
        </p:nvCxnSpPr>
        <p:spPr>
          <a:xfrm>
            <a:off x="5179969" y="4011126"/>
            <a:ext cx="1534538" cy="26209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027CAF4-30CD-B5DE-64C8-CC3B4DB6D87E}"/>
              </a:ext>
            </a:extLst>
          </p:cNvPr>
          <p:cNvCxnSpPr>
            <a:cxnSpLocks/>
          </p:cNvCxnSpPr>
          <p:nvPr/>
        </p:nvCxnSpPr>
        <p:spPr>
          <a:xfrm flipV="1">
            <a:off x="2477056" y="4781059"/>
            <a:ext cx="336978" cy="72331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77EE93-6FF0-7BA4-8381-29B0C8D2F1C8}"/>
              </a:ext>
            </a:extLst>
          </p:cNvPr>
          <p:cNvCxnSpPr>
            <a:cxnSpLocks/>
          </p:cNvCxnSpPr>
          <p:nvPr/>
        </p:nvCxnSpPr>
        <p:spPr>
          <a:xfrm flipH="1" flipV="1">
            <a:off x="2023532" y="4768801"/>
            <a:ext cx="336978" cy="72331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98A1A4A-697B-1309-DD21-92D0BC1E15C9}"/>
              </a:ext>
            </a:extLst>
          </p:cNvPr>
          <p:cNvGrpSpPr/>
          <p:nvPr/>
        </p:nvGrpSpPr>
        <p:grpSpPr>
          <a:xfrm>
            <a:off x="831418" y="6029401"/>
            <a:ext cx="3127248" cy="274320"/>
            <a:chOff x="849804" y="3596313"/>
            <a:chExt cx="3127248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ED48213-37E0-F597-A471-9F2D65CFB1D6}"/>
                </a:ext>
              </a:extLst>
            </p:cNvPr>
            <p:cNvSpPr/>
            <p:nvPr/>
          </p:nvSpPr>
          <p:spPr>
            <a:xfrm>
              <a:off x="84980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BDCDF4-B620-A126-EBE2-88CEC3C28E5A}"/>
                </a:ext>
              </a:extLst>
            </p:cNvPr>
            <p:cNvSpPr/>
            <p:nvPr/>
          </p:nvSpPr>
          <p:spPr>
            <a:xfrm>
              <a:off x="1023540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B32CD5D-5238-A70B-34DE-2F5FCB050E5B}"/>
                </a:ext>
              </a:extLst>
            </p:cNvPr>
            <p:cNvSpPr/>
            <p:nvPr/>
          </p:nvSpPr>
          <p:spPr>
            <a:xfrm>
              <a:off x="119727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C639DFD-AE0F-61D5-6EC1-CEE0545CB3B4}"/>
                </a:ext>
              </a:extLst>
            </p:cNvPr>
            <p:cNvSpPr/>
            <p:nvPr/>
          </p:nvSpPr>
          <p:spPr>
            <a:xfrm>
              <a:off x="1371012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CCF86ED-E127-1F7C-875B-E27912647EE1}"/>
                </a:ext>
              </a:extLst>
            </p:cNvPr>
            <p:cNvSpPr/>
            <p:nvPr/>
          </p:nvSpPr>
          <p:spPr>
            <a:xfrm>
              <a:off x="1550877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54B4D26-DC19-8586-D1AD-30B87CBFF0BF}"/>
                </a:ext>
              </a:extLst>
            </p:cNvPr>
            <p:cNvSpPr/>
            <p:nvPr/>
          </p:nvSpPr>
          <p:spPr>
            <a:xfrm>
              <a:off x="1718484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62D344E-2730-1AA3-ABD4-95A892D27F17}"/>
                </a:ext>
              </a:extLst>
            </p:cNvPr>
            <p:cNvSpPr/>
            <p:nvPr/>
          </p:nvSpPr>
          <p:spPr>
            <a:xfrm>
              <a:off x="1898349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2E2020C-588B-B698-928A-8B0331E6F1AA}"/>
                </a:ext>
              </a:extLst>
            </p:cNvPr>
            <p:cNvSpPr/>
            <p:nvPr/>
          </p:nvSpPr>
          <p:spPr>
            <a:xfrm>
              <a:off x="206595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2FDCE6A-07BA-0B73-F7F5-9DFA516861C6}"/>
                </a:ext>
              </a:extLst>
            </p:cNvPr>
            <p:cNvSpPr/>
            <p:nvPr/>
          </p:nvSpPr>
          <p:spPr>
            <a:xfrm>
              <a:off x="2239692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E91FC75-DEAE-810C-694D-8D46C631B10A}"/>
                </a:ext>
              </a:extLst>
            </p:cNvPr>
            <p:cNvSpPr/>
            <p:nvPr/>
          </p:nvSpPr>
          <p:spPr>
            <a:xfrm>
              <a:off x="2413428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BDCB35-0451-FA3E-A28E-072C9230F5C6}"/>
                </a:ext>
              </a:extLst>
            </p:cNvPr>
            <p:cNvSpPr/>
            <p:nvPr/>
          </p:nvSpPr>
          <p:spPr>
            <a:xfrm>
              <a:off x="2593293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7137F89-7950-03D5-7102-EC9742839863}"/>
                </a:ext>
              </a:extLst>
            </p:cNvPr>
            <p:cNvSpPr/>
            <p:nvPr/>
          </p:nvSpPr>
          <p:spPr>
            <a:xfrm>
              <a:off x="2754771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3A30B2-24C1-3605-B976-3455AC7DA303}"/>
                </a:ext>
              </a:extLst>
            </p:cNvPr>
            <p:cNvSpPr/>
            <p:nvPr/>
          </p:nvSpPr>
          <p:spPr>
            <a:xfrm>
              <a:off x="293463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68E77B4-4CBE-88AB-B111-FEABBBF29C5B}"/>
                </a:ext>
              </a:extLst>
            </p:cNvPr>
            <p:cNvSpPr/>
            <p:nvPr/>
          </p:nvSpPr>
          <p:spPr>
            <a:xfrm>
              <a:off x="3102243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F06AF5E-EF42-C026-3A3F-E2251C5227EA}"/>
                </a:ext>
              </a:extLst>
            </p:cNvPr>
            <p:cNvSpPr/>
            <p:nvPr/>
          </p:nvSpPr>
          <p:spPr>
            <a:xfrm>
              <a:off x="3282108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0C28242-88D0-A447-E939-EAD449A5B66C}"/>
                </a:ext>
              </a:extLst>
            </p:cNvPr>
            <p:cNvSpPr/>
            <p:nvPr/>
          </p:nvSpPr>
          <p:spPr>
            <a:xfrm>
              <a:off x="345584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6E4B53E-34B6-1FF9-502C-7C500941FDA0}"/>
                </a:ext>
              </a:extLst>
            </p:cNvPr>
            <p:cNvSpPr/>
            <p:nvPr/>
          </p:nvSpPr>
          <p:spPr>
            <a:xfrm>
              <a:off x="3629580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6E8F869-912B-E947-E34B-0B9439B50B59}"/>
                </a:ext>
              </a:extLst>
            </p:cNvPr>
            <p:cNvSpPr/>
            <p:nvPr/>
          </p:nvSpPr>
          <p:spPr>
            <a:xfrm>
              <a:off x="3803316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8968027-F940-0D3D-E450-79893E72F4D9}"/>
                </a:ext>
              </a:extLst>
            </p:cNvPr>
            <p:cNvSpPr/>
            <p:nvPr/>
          </p:nvSpPr>
          <p:spPr>
            <a:xfrm>
              <a:off x="84980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7320A70-CCBE-C6E8-F1A3-1BDB3949486B}"/>
                </a:ext>
              </a:extLst>
            </p:cNvPr>
            <p:cNvSpPr/>
            <p:nvPr/>
          </p:nvSpPr>
          <p:spPr>
            <a:xfrm>
              <a:off x="119727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D82839A-201C-16DB-9492-CF9B00E8CBE4}"/>
                </a:ext>
              </a:extLst>
            </p:cNvPr>
            <p:cNvSpPr/>
            <p:nvPr/>
          </p:nvSpPr>
          <p:spPr>
            <a:xfrm>
              <a:off x="1550877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FBE3DE3-202E-5BA0-8E70-CFDE3CB0E681}"/>
                </a:ext>
              </a:extLst>
            </p:cNvPr>
            <p:cNvSpPr/>
            <p:nvPr/>
          </p:nvSpPr>
          <p:spPr>
            <a:xfrm>
              <a:off x="189222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B544ABE-6DA4-DA79-D1AC-D6EECF668382}"/>
                </a:ext>
              </a:extLst>
            </p:cNvPr>
            <p:cNvSpPr/>
            <p:nvPr/>
          </p:nvSpPr>
          <p:spPr>
            <a:xfrm>
              <a:off x="2239692" y="3596313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139B094-5BA4-C9D2-C8BB-EC9BE2770627}"/>
                </a:ext>
              </a:extLst>
            </p:cNvPr>
            <p:cNvSpPr/>
            <p:nvPr/>
          </p:nvSpPr>
          <p:spPr>
            <a:xfrm>
              <a:off x="258716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F0345C2-B4BF-144E-7F80-84863CA2939E}"/>
                </a:ext>
              </a:extLst>
            </p:cNvPr>
            <p:cNvSpPr/>
            <p:nvPr/>
          </p:nvSpPr>
          <p:spPr>
            <a:xfrm>
              <a:off x="293463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6BAC471-3D75-0579-39F7-933EFA37AAED}"/>
                </a:ext>
              </a:extLst>
            </p:cNvPr>
            <p:cNvSpPr/>
            <p:nvPr/>
          </p:nvSpPr>
          <p:spPr>
            <a:xfrm>
              <a:off x="3282108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AC496D-632E-4ED5-E3CD-7739900B29A6}"/>
                </a:ext>
              </a:extLst>
            </p:cNvPr>
            <p:cNvSpPr/>
            <p:nvPr/>
          </p:nvSpPr>
          <p:spPr>
            <a:xfrm>
              <a:off x="362958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EE2EF1F-F508-B94E-F8BD-AFEFBA20E94A}"/>
              </a:ext>
            </a:extLst>
          </p:cNvPr>
          <p:cNvGrpSpPr/>
          <p:nvPr/>
        </p:nvGrpSpPr>
        <p:grpSpPr>
          <a:xfrm>
            <a:off x="5207300" y="6029402"/>
            <a:ext cx="3127248" cy="274320"/>
            <a:chOff x="5023439" y="3608571"/>
            <a:chExt cx="3127248" cy="27432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6CDF0B-5D0D-90B1-0D82-F8A0989FF15F}"/>
                </a:ext>
              </a:extLst>
            </p:cNvPr>
            <p:cNvSpPr/>
            <p:nvPr/>
          </p:nvSpPr>
          <p:spPr>
            <a:xfrm>
              <a:off x="502343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E94702E-BA8E-76AC-909B-9E32B5A6F0B6}"/>
                </a:ext>
              </a:extLst>
            </p:cNvPr>
            <p:cNvSpPr/>
            <p:nvPr/>
          </p:nvSpPr>
          <p:spPr>
            <a:xfrm>
              <a:off x="519717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AEDAF29-49E4-D971-DF78-EC1DCFEAC72D}"/>
                </a:ext>
              </a:extLst>
            </p:cNvPr>
            <p:cNvSpPr/>
            <p:nvPr/>
          </p:nvSpPr>
          <p:spPr>
            <a:xfrm>
              <a:off x="5370911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F01ECA9-AA19-CC2F-410E-A0B817A83516}"/>
                </a:ext>
              </a:extLst>
            </p:cNvPr>
            <p:cNvSpPr/>
            <p:nvPr/>
          </p:nvSpPr>
          <p:spPr>
            <a:xfrm>
              <a:off x="5544647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14C00ED-4722-3A50-D2D1-318A3D80BDB6}"/>
                </a:ext>
              </a:extLst>
            </p:cNvPr>
            <p:cNvSpPr/>
            <p:nvPr/>
          </p:nvSpPr>
          <p:spPr>
            <a:xfrm>
              <a:off x="571838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F8CB933-A918-7E72-A627-1F3CE0B8FE38}"/>
                </a:ext>
              </a:extLst>
            </p:cNvPr>
            <p:cNvSpPr/>
            <p:nvPr/>
          </p:nvSpPr>
          <p:spPr>
            <a:xfrm>
              <a:off x="5885990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84DC01A-5173-E0C1-5035-9C30C2C905CA}"/>
                </a:ext>
              </a:extLst>
            </p:cNvPr>
            <p:cNvSpPr/>
            <p:nvPr/>
          </p:nvSpPr>
          <p:spPr>
            <a:xfrm>
              <a:off x="606585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46661C6-CCF6-20F7-56D2-C7CD53331EB2}"/>
                </a:ext>
              </a:extLst>
            </p:cNvPr>
            <p:cNvSpPr/>
            <p:nvPr/>
          </p:nvSpPr>
          <p:spPr>
            <a:xfrm>
              <a:off x="6233462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8893621-6C8F-1CF2-3B0F-3E05AD4D911F}"/>
                </a:ext>
              </a:extLst>
            </p:cNvPr>
            <p:cNvSpPr/>
            <p:nvPr/>
          </p:nvSpPr>
          <p:spPr>
            <a:xfrm>
              <a:off x="6413327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5FAA609-CFEB-83F4-8616-E949798FC9E7}"/>
                </a:ext>
              </a:extLst>
            </p:cNvPr>
            <p:cNvSpPr/>
            <p:nvPr/>
          </p:nvSpPr>
          <p:spPr>
            <a:xfrm>
              <a:off x="6587063" y="3608571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59580FA-1D04-8CF1-DBCF-0343E68AC37A}"/>
                </a:ext>
              </a:extLst>
            </p:cNvPr>
            <p:cNvSpPr/>
            <p:nvPr/>
          </p:nvSpPr>
          <p:spPr>
            <a:xfrm>
              <a:off x="676079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3F899B5-2FD0-3CC2-FF6B-68661F2B7442}"/>
                </a:ext>
              </a:extLst>
            </p:cNvPr>
            <p:cNvSpPr/>
            <p:nvPr/>
          </p:nvSpPr>
          <p:spPr>
            <a:xfrm>
              <a:off x="6928406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E42219A-83E3-E9F1-BDE0-3A0F840EEDFA}"/>
                </a:ext>
              </a:extLst>
            </p:cNvPr>
            <p:cNvSpPr/>
            <p:nvPr/>
          </p:nvSpPr>
          <p:spPr>
            <a:xfrm>
              <a:off x="710827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665DAD6-D3A4-EE28-5EDD-CDFFC08A72B4}"/>
                </a:ext>
              </a:extLst>
            </p:cNvPr>
            <p:cNvSpPr/>
            <p:nvPr/>
          </p:nvSpPr>
          <p:spPr>
            <a:xfrm>
              <a:off x="7275878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5DFFFB7-BA98-0E0B-F9F6-07D327F823BD}"/>
                </a:ext>
              </a:extLst>
            </p:cNvPr>
            <p:cNvSpPr/>
            <p:nvPr/>
          </p:nvSpPr>
          <p:spPr>
            <a:xfrm>
              <a:off x="745574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36CB8C3-4D6D-5C71-BDCC-04D41EB92F41}"/>
                </a:ext>
              </a:extLst>
            </p:cNvPr>
            <p:cNvSpPr/>
            <p:nvPr/>
          </p:nvSpPr>
          <p:spPr>
            <a:xfrm>
              <a:off x="762947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3EA954A-9CE1-931D-2066-04867B1B4927}"/>
                </a:ext>
              </a:extLst>
            </p:cNvPr>
            <p:cNvSpPr/>
            <p:nvPr/>
          </p:nvSpPr>
          <p:spPr>
            <a:xfrm>
              <a:off x="780321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D01878A-5AB9-C034-15E7-53B55AB879C4}"/>
                </a:ext>
              </a:extLst>
            </p:cNvPr>
            <p:cNvSpPr/>
            <p:nvPr/>
          </p:nvSpPr>
          <p:spPr>
            <a:xfrm>
              <a:off x="797695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17A6CB4-0473-ECB6-4E89-0AEDDC1A58CF}"/>
                </a:ext>
              </a:extLst>
            </p:cNvPr>
            <p:cNvSpPr/>
            <p:nvPr/>
          </p:nvSpPr>
          <p:spPr>
            <a:xfrm>
              <a:off x="502343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A059615-0AD8-F1E8-C3E8-71DEEEC0470E}"/>
                </a:ext>
              </a:extLst>
            </p:cNvPr>
            <p:cNvSpPr/>
            <p:nvPr/>
          </p:nvSpPr>
          <p:spPr>
            <a:xfrm>
              <a:off x="5370911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7E6930A-FFD5-04ED-D4A6-F679F529331B}"/>
                </a:ext>
              </a:extLst>
            </p:cNvPr>
            <p:cNvSpPr/>
            <p:nvPr/>
          </p:nvSpPr>
          <p:spPr>
            <a:xfrm>
              <a:off x="5718383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6C6BCC0-4073-566B-4D26-C0585CD7EAF0}"/>
                </a:ext>
              </a:extLst>
            </p:cNvPr>
            <p:cNvSpPr/>
            <p:nvPr/>
          </p:nvSpPr>
          <p:spPr>
            <a:xfrm>
              <a:off x="6059726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B9CE299-42B2-9630-336B-1BC478116DBE}"/>
                </a:ext>
              </a:extLst>
            </p:cNvPr>
            <p:cNvSpPr/>
            <p:nvPr/>
          </p:nvSpPr>
          <p:spPr>
            <a:xfrm>
              <a:off x="6413327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7A813E8-20FD-CA55-697D-0C41D6266040}"/>
                </a:ext>
              </a:extLst>
            </p:cNvPr>
            <p:cNvSpPr/>
            <p:nvPr/>
          </p:nvSpPr>
          <p:spPr>
            <a:xfrm>
              <a:off x="676079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A7BCEBF-2B06-E10D-6E71-01AA0DFC651A}"/>
                </a:ext>
              </a:extLst>
            </p:cNvPr>
            <p:cNvSpPr/>
            <p:nvPr/>
          </p:nvSpPr>
          <p:spPr>
            <a:xfrm>
              <a:off x="7108271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38BF673-890F-E394-161A-71C302387DA1}"/>
                </a:ext>
              </a:extLst>
            </p:cNvPr>
            <p:cNvSpPr/>
            <p:nvPr/>
          </p:nvSpPr>
          <p:spPr>
            <a:xfrm>
              <a:off x="7455743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548191F-BC5A-ABAA-806C-AE87808476FC}"/>
                </a:ext>
              </a:extLst>
            </p:cNvPr>
            <p:cNvSpPr/>
            <p:nvPr/>
          </p:nvSpPr>
          <p:spPr>
            <a:xfrm>
              <a:off x="7803215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787BCCAC-B81C-1B8A-4A46-CF8B301ED59D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6D3128-625E-32CB-F3DD-7F6DF630113F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3175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55FD-7260-778A-338E-7DEBF477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9C4BF28-384F-0957-F2B8-90F0AAC0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070" y="3525559"/>
            <a:ext cx="4701870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9A7B8-C0AF-69E5-9AD9-12E27224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5559"/>
            <a:ext cx="4672756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F5A525-DE64-3648-403A-005BFC1D7602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321C5BB2-0223-EE77-4D01-13BDF4F6025D}"/>
                  </a:ext>
                </a:extLst>
              </p:cNvPr>
              <p:cNvSpPr/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 13">
                <a:extLst>
                  <a:ext uri="{FF2B5EF4-FFF2-40B4-BE49-F238E27FC236}">
                    <a16:creationId xmlns:a16="http://schemas.microsoft.com/office/drawing/2014/main" id="{B073DF9D-166C-15DD-69B0-B2813EFCE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02" y="4042506"/>
                <a:ext cx="362178" cy="277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3">
            <a:extLst>
              <a:ext uri="{FF2B5EF4-FFF2-40B4-BE49-F238E27FC236}">
                <a16:creationId xmlns:a16="http://schemas.microsoft.com/office/drawing/2014/main" id="{59A9AC4C-7808-3F34-E2D9-3DF5DC947397}"/>
              </a:ext>
            </a:extLst>
          </p:cNvPr>
          <p:cNvSpPr/>
          <p:nvPr/>
        </p:nvSpPr>
        <p:spPr>
          <a:xfrm>
            <a:off x="4083226" y="3835152"/>
            <a:ext cx="1052970" cy="29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Root node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11792E-A75B-FCC7-6E70-8F9A91CA82D0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DE075FFD-EE5D-CDDD-EEC4-6B110AB136FF}"/>
              </a:ext>
            </a:extLst>
          </p:cNvPr>
          <p:cNvSpPr/>
          <p:nvPr/>
        </p:nvSpPr>
        <p:spPr>
          <a:xfrm>
            <a:off x="199831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7CC937BC-8713-0FCC-AE5E-5783D98EF7D0}"/>
                  </a:ext>
                </a:extLst>
              </p:cNvPr>
              <p:cNvSpPr/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B9865AF2-5F12-9EE6-BFFB-536AD80551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499" y="4030336"/>
                <a:ext cx="362178" cy="277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067576-47AC-4C1A-DD57-A0EC10D57EF0}"/>
              </a:ext>
            </a:extLst>
          </p:cNvPr>
          <p:cNvCxnSpPr>
            <a:cxnSpLocks/>
          </p:cNvCxnSpPr>
          <p:nvPr/>
        </p:nvCxnSpPr>
        <p:spPr>
          <a:xfrm flipV="1">
            <a:off x="6080597" y="4629436"/>
            <a:ext cx="193045" cy="1033014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 13">
            <a:extLst>
              <a:ext uri="{FF2B5EF4-FFF2-40B4-BE49-F238E27FC236}">
                <a16:creationId xmlns:a16="http://schemas.microsoft.com/office/drawing/2014/main" id="{032981BA-5700-93F6-0E88-988FCA696A90}"/>
              </a:ext>
            </a:extLst>
          </p:cNvPr>
          <p:cNvSpPr/>
          <p:nvPr/>
        </p:nvSpPr>
        <p:spPr>
          <a:xfrm>
            <a:off x="5287069" y="5686920"/>
            <a:ext cx="1520235" cy="30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Mirrored peer</a:t>
            </a: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8D2BC15A-2ED2-042F-3AAA-F654D8028A1D}"/>
              </a:ext>
            </a:extLst>
          </p:cNvPr>
          <p:cNvSpPr/>
          <p:nvPr/>
        </p:nvSpPr>
        <p:spPr>
          <a:xfrm>
            <a:off x="6928906" y="5696797"/>
            <a:ext cx="1520235" cy="30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Original peer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4B0CDA-AFC6-F113-3AA2-201B8932B955}"/>
              </a:ext>
            </a:extLst>
          </p:cNvPr>
          <p:cNvCxnSpPr>
            <a:cxnSpLocks/>
          </p:cNvCxnSpPr>
          <p:nvPr/>
        </p:nvCxnSpPr>
        <p:spPr>
          <a:xfrm flipV="1">
            <a:off x="2477056" y="4781059"/>
            <a:ext cx="336978" cy="72331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450E2-0E26-7023-AC52-2C3C147F0284}"/>
              </a:ext>
            </a:extLst>
          </p:cNvPr>
          <p:cNvCxnSpPr>
            <a:cxnSpLocks/>
          </p:cNvCxnSpPr>
          <p:nvPr/>
        </p:nvCxnSpPr>
        <p:spPr>
          <a:xfrm flipH="1" flipV="1">
            <a:off x="7306592" y="4629392"/>
            <a:ext cx="131759" cy="1033014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4">
            <a:extLst>
              <a:ext uri="{FF2B5EF4-FFF2-40B4-BE49-F238E27FC236}">
                <a16:creationId xmlns:a16="http://schemas.microsoft.com/office/drawing/2014/main" id="{228F0026-30A6-65B9-1DC3-87ABBBFA709B}"/>
              </a:ext>
            </a:extLst>
          </p:cNvPr>
          <p:cNvSpPr/>
          <p:nvPr/>
        </p:nvSpPr>
        <p:spPr>
          <a:xfrm>
            <a:off x="566958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A47EF8-9E84-A645-0A09-EBE9AC5476E1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7E763A2-6E64-4ACE-2689-9D37312288E0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417F8473-052F-0EC1-1173-8E72C4F3B9B7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0A8FD44-D434-B467-C7E9-DF340AEE7CE8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FD851BE-5895-43E0-6F5A-B4DE57537E4A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C43789D-6D4C-27C9-123D-2ECF67A9C037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9E0C8E25-1095-802A-4EAF-58DEB51FD35B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AD2480C9-321D-5710-B853-93A16873703A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9C9E64A5-4E5E-47BB-DB73-13F92B811A7D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7358D02-AA30-9D62-6A3B-E12E434B66AA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FA75729-DD7D-70AA-2394-410B6B3AAC2A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3DBC26-7858-83EE-5817-E61E3223E896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68527BBE-4814-E626-11AD-072E13CFE1DF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BF12F01E-F5FD-9FDB-1191-0B1938F613B8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9DC6C7CF-B55F-8E56-A36F-6FF0E2F1F2ED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E8DDACE9-32DB-BB9B-3F5D-18EFE4523F5D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62FD2D-CE71-DE8A-9E59-C1319D57E93A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A97BFD-635D-8306-AAB4-5C3EB04EFAE4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4144B0-803D-7170-84F5-0D17016F23E9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755260-D90C-59F3-572C-D06734D70051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300C46-0A75-8D93-00BD-5883F5CBA5D0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5BC5B6-5C8A-B5FE-6459-7614C7FC8481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11E928-12D7-1743-BA09-4FBB338B8638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668180-E0A6-5C71-EAB8-B8DE52B09B40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D3AA32-1191-78E2-BEE3-024BB1100D7B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66C207-E78A-524B-EF7A-930376490B29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03864DC-355E-E4BC-3178-5858A9C277D1}"/>
              </a:ext>
            </a:extLst>
          </p:cNvPr>
          <p:cNvGrpSpPr/>
          <p:nvPr/>
        </p:nvGrpSpPr>
        <p:grpSpPr>
          <a:xfrm>
            <a:off x="5205058" y="4530922"/>
            <a:ext cx="3148133" cy="969273"/>
            <a:chOff x="816919" y="4537052"/>
            <a:chExt cx="3148133" cy="96927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671B61-DBED-FE1B-BA48-BED7054E8431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4BF8A2B-CA66-CDCA-94F9-D478A729EC46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8BF250-444D-4542-A258-3A1DA469130B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BED1E-3D1E-BAAA-940F-A73FE9428033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5C138-E157-6800-41DC-F3452CAAF4BE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05A958-BF00-F016-8284-6C1286D94E60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4AD76A-C762-0B0D-E3C6-AE45F0A7E0CA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3FB2597-5D7D-0F8F-E2F8-B34265BEA243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695551E-E831-12A6-C5A3-143C1F75F2FC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AD6951-9947-D6FF-B712-8512A6B6883C}"/>
              </a:ext>
            </a:extLst>
          </p:cNvPr>
          <p:cNvCxnSpPr>
            <a:cxnSpLocks/>
          </p:cNvCxnSpPr>
          <p:nvPr/>
        </p:nvCxnSpPr>
        <p:spPr>
          <a:xfrm flipH="1">
            <a:off x="2468508" y="4011126"/>
            <a:ext cx="1614211" cy="274352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585E86-C23A-57E4-C85D-3D2108FD3727}"/>
              </a:ext>
            </a:extLst>
          </p:cNvPr>
          <p:cNvCxnSpPr>
            <a:cxnSpLocks/>
          </p:cNvCxnSpPr>
          <p:nvPr/>
        </p:nvCxnSpPr>
        <p:spPr>
          <a:xfrm>
            <a:off x="5179969" y="4011126"/>
            <a:ext cx="1534538" cy="26209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D61FD0-ED12-0670-CA49-F2B097A9944A}"/>
              </a:ext>
            </a:extLst>
          </p:cNvPr>
          <p:cNvCxnSpPr>
            <a:cxnSpLocks/>
          </p:cNvCxnSpPr>
          <p:nvPr/>
        </p:nvCxnSpPr>
        <p:spPr>
          <a:xfrm flipH="1" flipV="1">
            <a:off x="2023532" y="4768801"/>
            <a:ext cx="336978" cy="72331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C5BEFFA-CE75-00B5-B139-0A605B7DEAD4}"/>
              </a:ext>
            </a:extLst>
          </p:cNvPr>
          <p:cNvGrpSpPr/>
          <p:nvPr/>
        </p:nvGrpSpPr>
        <p:grpSpPr>
          <a:xfrm>
            <a:off x="831418" y="6029401"/>
            <a:ext cx="3127248" cy="274320"/>
            <a:chOff x="849804" y="3596313"/>
            <a:chExt cx="3127248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0A2440-14FA-CF03-8953-85F49C0212BE}"/>
                </a:ext>
              </a:extLst>
            </p:cNvPr>
            <p:cNvSpPr/>
            <p:nvPr/>
          </p:nvSpPr>
          <p:spPr>
            <a:xfrm>
              <a:off x="84980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B3BE883-BBD3-B552-DF45-EFAE1D133C58}"/>
                </a:ext>
              </a:extLst>
            </p:cNvPr>
            <p:cNvSpPr/>
            <p:nvPr/>
          </p:nvSpPr>
          <p:spPr>
            <a:xfrm>
              <a:off x="1023540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D6A1FCE-461B-9FBB-1872-681B2BAEB11A}"/>
                </a:ext>
              </a:extLst>
            </p:cNvPr>
            <p:cNvSpPr/>
            <p:nvPr/>
          </p:nvSpPr>
          <p:spPr>
            <a:xfrm>
              <a:off x="119727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3EE4F2D-FC50-702D-C071-63CB259121C3}"/>
                </a:ext>
              </a:extLst>
            </p:cNvPr>
            <p:cNvSpPr/>
            <p:nvPr/>
          </p:nvSpPr>
          <p:spPr>
            <a:xfrm>
              <a:off x="1371012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3627A19-00CD-4B4B-E508-E6A6E74D2290}"/>
                </a:ext>
              </a:extLst>
            </p:cNvPr>
            <p:cNvSpPr/>
            <p:nvPr/>
          </p:nvSpPr>
          <p:spPr>
            <a:xfrm>
              <a:off x="1550877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0BE15DA-A6C7-06D7-B9B4-FFFF1E0F4F12}"/>
                </a:ext>
              </a:extLst>
            </p:cNvPr>
            <p:cNvSpPr/>
            <p:nvPr/>
          </p:nvSpPr>
          <p:spPr>
            <a:xfrm>
              <a:off x="1718484" y="3596313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796E4AC-0965-6BE7-536C-454161768664}"/>
                </a:ext>
              </a:extLst>
            </p:cNvPr>
            <p:cNvSpPr/>
            <p:nvPr/>
          </p:nvSpPr>
          <p:spPr>
            <a:xfrm>
              <a:off x="1898349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BA4ED40-9235-4FFE-FCF4-367247BF42B0}"/>
                </a:ext>
              </a:extLst>
            </p:cNvPr>
            <p:cNvSpPr/>
            <p:nvPr/>
          </p:nvSpPr>
          <p:spPr>
            <a:xfrm>
              <a:off x="206595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03507B7-C65D-D9D2-1514-5A03F33D4291}"/>
                </a:ext>
              </a:extLst>
            </p:cNvPr>
            <p:cNvSpPr/>
            <p:nvPr/>
          </p:nvSpPr>
          <p:spPr>
            <a:xfrm>
              <a:off x="2239692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CBDEB12-FF80-D0D6-F368-31809E239ADB}"/>
                </a:ext>
              </a:extLst>
            </p:cNvPr>
            <p:cNvSpPr/>
            <p:nvPr/>
          </p:nvSpPr>
          <p:spPr>
            <a:xfrm>
              <a:off x="2413428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F720B7C-E831-F59C-8CBF-5E5BFD712E1F}"/>
                </a:ext>
              </a:extLst>
            </p:cNvPr>
            <p:cNvSpPr/>
            <p:nvPr/>
          </p:nvSpPr>
          <p:spPr>
            <a:xfrm>
              <a:off x="2593293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931B0CB-D5A1-FD5C-47B8-0FDF475F0AC5}"/>
                </a:ext>
              </a:extLst>
            </p:cNvPr>
            <p:cNvSpPr/>
            <p:nvPr/>
          </p:nvSpPr>
          <p:spPr>
            <a:xfrm>
              <a:off x="2754771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43E3795-82BC-7A92-11AD-42913AE3E244}"/>
                </a:ext>
              </a:extLst>
            </p:cNvPr>
            <p:cNvSpPr/>
            <p:nvPr/>
          </p:nvSpPr>
          <p:spPr>
            <a:xfrm>
              <a:off x="2934636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CF4F1E6-E149-6193-0C67-E5840A9AEE2C}"/>
                </a:ext>
              </a:extLst>
            </p:cNvPr>
            <p:cNvSpPr/>
            <p:nvPr/>
          </p:nvSpPr>
          <p:spPr>
            <a:xfrm>
              <a:off x="3102243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8C2FE30-00EA-6296-6405-AE5451EE6EB2}"/>
                </a:ext>
              </a:extLst>
            </p:cNvPr>
            <p:cNvSpPr/>
            <p:nvPr/>
          </p:nvSpPr>
          <p:spPr>
            <a:xfrm>
              <a:off x="3282108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CBAF77E-0A92-2B4F-C74C-954907889940}"/>
                </a:ext>
              </a:extLst>
            </p:cNvPr>
            <p:cNvSpPr/>
            <p:nvPr/>
          </p:nvSpPr>
          <p:spPr>
            <a:xfrm>
              <a:off x="3455844" y="3596313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E886AE0-9665-E01B-5AA2-61217D0E9CA9}"/>
                </a:ext>
              </a:extLst>
            </p:cNvPr>
            <p:cNvSpPr/>
            <p:nvPr/>
          </p:nvSpPr>
          <p:spPr>
            <a:xfrm>
              <a:off x="3629580" y="3596313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3C8676B-754F-B86B-B5CF-65DBB4158694}"/>
                </a:ext>
              </a:extLst>
            </p:cNvPr>
            <p:cNvSpPr/>
            <p:nvPr/>
          </p:nvSpPr>
          <p:spPr>
            <a:xfrm>
              <a:off x="3803316" y="3596313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69A9E40-CF23-1294-1421-720B213E030B}"/>
                </a:ext>
              </a:extLst>
            </p:cNvPr>
            <p:cNvSpPr/>
            <p:nvPr/>
          </p:nvSpPr>
          <p:spPr>
            <a:xfrm>
              <a:off x="84980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727147A-1302-7B29-00DE-8DCA67E3D1A8}"/>
                </a:ext>
              </a:extLst>
            </p:cNvPr>
            <p:cNvSpPr/>
            <p:nvPr/>
          </p:nvSpPr>
          <p:spPr>
            <a:xfrm>
              <a:off x="119727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7AA8CFB-485B-F278-EE04-EC4CAF6197BC}"/>
                </a:ext>
              </a:extLst>
            </p:cNvPr>
            <p:cNvSpPr/>
            <p:nvPr/>
          </p:nvSpPr>
          <p:spPr>
            <a:xfrm>
              <a:off x="1550877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59C8D8D-C7FB-861F-FEF7-6A04B2D87314}"/>
                </a:ext>
              </a:extLst>
            </p:cNvPr>
            <p:cNvSpPr/>
            <p:nvPr/>
          </p:nvSpPr>
          <p:spPr>
            <a:xfrm>
              <a:off x="189222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B3FF70E-8D77-A327-92AD-A2BCEBBD2F84}"/>
                </a:ext>
              </a:extLst>
            </p:cNvPr>
            <p:cNvSpPr/>
            <p:nvPr/>
          </p:nvSpPr>
          <p:spPr>
            <a:xfrm>
              <a:off x="2239692" y="3596313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AC303C7-EFBE-FECF-8E56-92D951E701BC}"/>
                </a:ext>
              </a:extLst>
            </p:cNvPr>
            <p:cNvSpPr/>
            <p:nvPr/>
          </p:nvSpPr>
          <p:spPr>
            <a:xfrm>
              <a:off x="2587164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F2569EC-E38A-3D43-90F1-D5746AE0DF66}"/>
                </a:ext>
              </a:extLst>
            </p:cNvPr>
            <p:cNvSpPr/>
            <p:nvPr/>
          </p:nvSpPr>
          <p:spPr>
            <a:xfrm>
              <a:off x="2934636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74A86CC-F081-81EB-CBD7-6AE15AFBEC7D}"/>
                </a:ext>
              </a:extLst>
            </p:cNvPr>
            <p:cNvSpPr/>
            <p:nvPr/>
          </p:nvSpPr>
          <p:spPr>
            <a:xfrm>
              <a:off x="3282108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AF99533-CEC0-3AFA-86A6-58126275F0AA}"/>
                </a:ext>
              </a:extLst>
            </p:cNvPr>
            <p:cNvSpPr/>
            <p:nvPr/>
          </p:nvSpPr>
          <p:spPr>
            <a:xfrm>
              <a:off x="3629580" y="3596313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653731E-3A4D-AB35-A4DA-429EA05B8549}"/>
              </a:ext>
            </a:extLst>
          </p:cNvPr>
          <p:cNvGrpSpPr/>
          <p:nvPr/>
        </p:nvGrpSpPr>
        <p:grpSpPr>
          <a:xfrm>
            <a:off x="5207300" y="6029402"/>
            <a:ext cx="3127248" cy="274320"/>
            <a:chOff x="5023439" y="3608571"/>
            <a:chExt cx="3127248" cy="27432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2D32E7-E69B-AF0F-62BC-F8B7B8EB022A}"/>
                </a:ext>
              </a:extLst>
            </p:cNvPr>
            <p:cNvSpPr/>
            <p:nvPr/>
          </p:nvSpPr>
          <p:spPr>
            <a:xfrm>
              <a:off x="502343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DEEE5F6-C05F-DF2D-5F5E-BC2F3AEEAE05}"/>
                </a:ext>
              </a:extLst>
            </p:cNvPr>
            <p:cNvSpPr/>
            <p:nvPr/>
          </p:nvSpPr>
          <p:spPr>
            <a:xfrm>
              <a:off x="519717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87FFC56-10F7-BD5A-CE53-D3D1CFDEC77F}"/>
                </a:ext>
              </a:extLst>
            </p:cNvPr>
            <p:cNvSpPr/>
            <p:nvPr/>
          </p:nvSpPr>
          <p:spPr>
            <a:xfrm>
              <a:off x="5370911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04EA0A8-76A5-4719-510E-02515CAE3FC2}"/>
                </a:ext>
              </a:extLst>
            </p:cNvPr>
            <p:cNvSpPr/>
            <p:nvPr/>
          </p:nvSpPr>
          <p:spPr>
            <a:xfrm>
              <a:off x="5544647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DF39D68-FDA8-CB67-D706-A6E1C63F9A7B}"/>
                </a:ext>
              </a:extLst>
            </p:cNvPr>
            <p:cNvSpPr/>
            <p:nvPr/>
          </p:nvSpPr>
          <p:spPr>
            <a:xfrm>
              <a:off x="571838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E9F16F8-F2D6-6E4F-2CD1-5F8359026F1F}"/>
                </a:ext>
              </a:extLst>
            </p:cNvPr>
            <p:cNvSpPr/>
            <p:nvPr/>
          </p:nvSpPr>
          <p:spPr>
            <a:xfrm>
              <a:off x="5885990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9B198AC-A029-9D0A-29A8-96D75B06CC9E}"/>
                </a:ext>
              </a:extLst>
            </p:cNvPr>
            <p:cNvSpPr/>
            <p:nvPr/>
          </p:nvSpPr>
          <p:spPr>
            <a:xfrm>
              <a:off x="606585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0146C42-61E7-4A66-C4C6-01A82409DBF9}"/>
                </a:ext>
              </a:extLst>
            </p:cNvPr>
            <p:cNvSpPr/>
            <p:nvPr/>
          </p:nvSpPr>
          <p:spPr>
            <a:xfrm>
              <a:off x="6233462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7DDAE8A-24C7-3F65-645A-39EFFED9602D}"/>
                </a:ext>
              </a:extLst>
            </p:cNvPr>
            <p:cNvSpPr/>
            <p:nvPr/>
          </p:nvSpPr>
          <p:spPr>
            <a:xfrm>
              <a:off x="6413327" y="3608571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100F5A3-BBBD-E8C0-DABE-B7C9705041F9}"/>
                </a:ext>
              </a:extLst>
            </p:cNvPr>
            <p:cNvSpPr/>
            <p:nvPr/>
          </p:nvSpPr>
          <p:spPr>
            <a:xfrm>
              <a:off x="6587063" y="3608571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CEDD225-CC06-9705-A04D-F4B978B08F87}"/>
                </a:ext>
              </a:extLst>
            </p:cNvPr>
            <p:cNvSpPr/>
            <p:nvPr/>
          </p:nvSpPr>
          <p:spPr>
            <a:xfrm>
              <a:off x="676079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742B235-E14F-4056-E347-99565B84B617}"/>
                </a:ext>
              </a:extLst>
            </p:cNvPr>
            <p:cNvSpPr/>
            <p:nvPr/>
          </p:nvSpPr>
          <p:spPr>
            <a:xfrm>
              <a:off x="6928406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37F72F9-844E-0378-83FA-03057253DD87}"/>
                </a:ext>
              </a:extLst>
            </p:cNvPr>
            <p:cNvSpPr/>
            <p:nvPr/>
          </p:nvSpPr>
          <p:spPr>
            <a:xfrm>
              <a:off x="710827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31FBE81-F523-35E0-744A-0BA8FB7B531A}"/>
                </a:ext>
              </a:extLst>
            </p:cNvPr>
            <p:cNvSpPr/>
            <p:nvPr/>
          </p:nvSpPr>
          <p:spPr>
            <a:xfrm>
              <a:off x="7275878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48E784E-4DE3-0781-4422-7ED1A074DA11}"/>
                </a:ext>
              </a:extLst>
            </p:cNvPr>
            <p:cNvSpPr/>
            <p:nvPr/>
          </p:nvSpPr>
          <p:spPr>
            <a:xfrm>
              <a:off x="7455743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EDDC06-4943-35FD-C1E9-843FA12CAA37}"/>
                </a:ext>
              </a:extLst>
            </p:cNvPr>
            <p:cNvSpPr/>
            <p:nvPr/>
          </p:nvSpPr>
          <p:spPr>
            <a:xfrm>
              <a:off x="7629479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6D95528-7E73-07FB-DD6C-321553C01CE2}"/>
                </a:ext>
              </a:extLst>
            </p:cNvPr>
            <p:cNvSpPr/>
            <p:nvPr/>
          </p:nvSpPr>
          <p:spPr>
            <a:xfrm>
              <a:off x="7803215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74B5239-EF2B-15CA-234F-6B80D6F35706}"/>
                </a:ext>
              </a:extLst>
            </p:cNvPr>
            <p:cNvSpPr/>
            <p:nvPr/>
          </p:nvSpPr>
          <p:spPr>
            <a:xfrm>
              <a:off x="7976951" y="3608571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270E64A-41B7-AD7D-9C54-3DA5BEAF6CF0}"/>
                </a:ext>
              </a:extLst>
            </p:cNvPr>
            <p:cNvSpPr/>
            <p:nvPr/>
          </p:nvSpPr>
          <p:spPr>
            <a:xfrm>
              <a:off x="502343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AF3D598-7E80-0617-FCBF-25CFF0172523}"/>
                </a:ext>
              </a:extLst>
            </p:cNvPr>
            <p:cNvSpPr/>
            <p:nvPr/>
          </p:nvSpPr>
          <p:spPr>
            <a:xfrm>
              <a:off x="5370911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02A1662-6CAD-4954-DB85-E68128481805}"/>
                </a:ext>
              </a:extLst>
            </p:cNvPr>
            <p:cNvSpPr/>
            <p:nvPr/>
          </p:nvSpPr>
          <p:spPr>
            <a:xfrm>
              <a:off x="5718383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5613CFC-DD30-D593-06EB-DA5AD1F952BA}"/>
                </a:ext>
              </a:extLst>
            </p:cNvPr>
            <p:cNvSpPr/>
            <p:nvPr/>
          </p:nvSpPr>
          <p:spPr>
            <a:xfrm>
              <a:off x="6059726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8C81145-D79E-0172-A3F9-5A629D9D5677}"/>
                </a:ext>
              </a:extLst>
            </p:cNvPr>
            <p:cNvSpPr/>
            <p:nvPr/>
          </p:nvSpPr>
          <p:spPr>
            <a:xfrm>
              <a:off x="6413327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078F544-CB9E-019B-59EE-CF0AA5AC0690}"/>
                </a:ext>
              </a:extLst>
            </p:cNvPr>
            <p:cNvSpPr/>
            <p:nvPr/>
          </p:nvSpPr>
          <p:spPr>
            <a:xfrm>
              <a:off x="6760799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283B9EF-2957-7F71-6373-0BA1761AB980}"/>
                </a:ext>
              </a:extLst>
            </p:cNvPr>
            <p:cNvSpPr/>
            <p:nvPr/>
          </p:nvSpPr>
          <p:spPr>
            <a:xfrm>
              <a:off x="7108271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DC062C7-588E-64E3-96B8-096DF2BDF69D}"/>
                </a:ext>
              </a:extLst>
            </p:cNvPr>
            <p:cNvSpPr/>
            <p:nvPr/>
          </p:nvSpPr>
          <p:spPr>
            <a:xfrm>
              <a:off x="7455743" y="3608571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578EE48-E63C-2BFE-5E81-44F0D25F1EED}"/>
                </a:ext>
              </a:extLst>
            </p:cNvPr>
            <p:cNvSpPr/>
            <p:nvPr/>
          </p:nvSpPr>
          <p:spPr>
            <a:xfrm>
              <a:off x="7803215" y="3608571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89" name="Text 13">
            <a:extLst>
              <a:ext uri="{FF2B5EF4-FFF2-40B4-BE49-F238E27FC236}">
                <a16:creationId xmlns:a16="http://schemas.microsoft.com/office/drawing/2014/main" id="{737B4C83-9646-6BE4-E433-74C396F5DF27}"/>
              </a:ext>
            </a:extLst>
          </p:cNvPr>
          <p:cNvSpPr/>
          <p:nvPr/>
        </p:nvSpPr>
        <p:spPr>
          <a:xfrm>
            <a:off x="1462767" y="5501840"/>
            <a:ext cx="1993945" cy="30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>
                <a:latin typeface="Cambria Math"/>
                <a:ea typeface="Cambria Math"/>
                <a:cs typeface="Arial"/>
              </a:rPr>
              <a:t>Left/right peer of r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71B00A-F87F-0E17-07DB-0CFC78A90B88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A658C4-C543-C0CD-A32F-8F87BC070395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16452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A9AD5-DE9F-2D28-3C3F-C44FCA71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0410B7-C563-5773-EE55-7E7493A0C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3528000"/>
            <a:ext cx="4643999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AF1BF-F0C6-D852-8BD3-32D719260B44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606004-446B-A08A-A220-02A88D165D61}"/>
              </a:ext>
            </a:extLst>
          </p:cNvPr>
          <p:cNvCxnSpPr>
            <a:cxnSpLocks/>
          </p:cNvCxnSpPr>
          <p:nvPr/>
        </p:nvCxnSpPr>
        <p:spPr>
          <a:xfrm flipH="1">
            <a:off x="2573363" y="3972799"/>
            <a:ext cx="1193036" cy="4480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3">
                <a:extLst>
                  <a:ext uri="{FF2B5EF4-FFF2-40B4-BE49-F238E27FC236}">
                    <a16:creationId xmlns:a16="http://schemas.microsoft.com/office/drawing/2014/main" id="{015EA53E-C6C3-1EBD-BB28-FCD000127B74}"/>
                  </a:ext>
                </a:extLst>
              </p:cNvPr>
              <p:cNvSpPr/>
              <p:nvPr/>
            </p:nvSpPr>
            <p:spPr>
              <a:xfrm>
                <a:off x="2249552" y="4074502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13">
                <a:extLst>
                  <a:ext uri="{FF2B5EF4-FFF2-40B4-BE49-F238E27FC236}">
                    <a16:creationId xmlns:a16="http://schemas.microsoft.com/office/drawing/2014/main" id="{015EA53E-C6C3-1EBD-BB28-FCD000127B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552" y="4074502"/>
                <a:ext cx="362178" cy="277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5BF812-BF87-E370-AB8B-EFD04556A33B}"/>
                  </a:ext>
                </a:extLst>
              </p:cNvPr>
              <p:cNvSpPr txBox="1"/>
              <p:nvPr/>
            </p:nvSpPr>
            <p:spPr>
              <a:xfrm>
                <a:off x="2233802" y="3832938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2C873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5BF812-BF87-E370-AB8B-EFD04556A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802" y="3832938"/>
                <a:ext cx="438912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506AA87-2BB0-4FCF-8787-94CC5261D5D7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Step 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35CC73-452C-E973-5243-BFBFBFE81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738" y="3554202"/>
            <a:ext cx="4615597" cy="2340000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6A3D0ACB-6558-60C2-39A1-952D8E86D14A}"/>
              </a:ext>
            </a:extLst>
          </p:cNvPr>
          <p:cNvSpPr/>
          <p:nvPr/>
        </p:nvSpPr>
        <p:spPr>
          <a:xfrm>
            <a:off x="203006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8178264A-EDDF-F351-214E-A592A4885F8F}"/>
                  </a:ext>
                </a:extLst>
              </p:cNvPr>
              <p:cNvSpPr/>
              <p:nvPr/>
            </p:nvSpPr>
            <p:spPr>
              <a:xfrm>
                <a:off x="6673544" y="4017604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8178264A-EDDF-F351-214E-A592A4885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44" y="4017604"/>
                <a:ext cx="362178" cy="277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5DB4B99E-4718-E208-D5F6-6302978EF65C}"/>
                  </a:ext>
                </a:extLst>
              </p:cNvPr>
              <p:cNvSpPr/>
              <p:nvPr/>
            </p:nvSpPr>
            <p:spPr>
              <a:xfrm>
                <a:off x="3877528" y="3656943"/>
                <a:ext cx="1677535" cy="7213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𝑘</m:t>
                        </m:r>
                      </m:sub>
                      <m:sup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𝑟</m:t>
                        </m:r>
                      </m:sup>
                    </m:sSubSup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=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range of seen nodes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5DB4B99E-4718-E208-D5F6-6302978EF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28" y="3656943"/>
                <a:ext cx="1677535" cy="721321"/>
              </a:xfrm>
              <a:prstGeom prst="rect">
                <a:avLst/>
              </a:prstGeom>
              <a:blipFill>
                <a:blip r:embed="rId7"/>
                <a:stretch>
                  <a:fillRect l="-8364" b="-762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4">
            <a:extLst>
              <a:ext uri="{FF2B5EF4-FFF2-40B4-BE49-F238E27FC236}">
                <a16:creationId xmlns:a16="http://schemas.microsoft.com/office/drawing/2014/main" id="{B4EB5E5E-54CC-4362-906F-DC3D94227757}"/>
              </a:ext>
            </a:extLst>
          </p:cNvPr>
          <p:cNvSpPr/>
          <p:nvPr/>
        </p:nvSpPr>
        <p:spPr>
          <a:xfrm>
            <a:off x="566958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DA8296-7FC9-7FA4-B107-B29C6B8D12C4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FFBC435B-8C98-4261-75C3-1A7BB3886B53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8D1552F2-D072-D100-29AA-54EFE4A7E06F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4FB296C-6A69-BE0C-6E0B-41B2BCC968B9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7D90989C-DBAD-B88F-677A-E18021C567D6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CB615217-780A-B5BE-53BB-F7DD34A0A838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A11EA6EF-409A-7437-801A-CA1EEB4780BB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637A027C-12CF-3872-029B-87F6388174DE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24E76F1F-6EC8-A0D0-6C9A-9AE3ADCB23BD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B61BBF-AE30-15D4-556A-BD558E9B60CD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20907D-BB87-F975-F3E5-B1E2C4355152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5D9D1F-86F8-EB9B-C392-2A5745CD9D68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3536B9F6-F1E3-2D42-707E-0F08323379AE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12DC788C-F3A3-E855-EA52-64B6161585C8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FBB204AD-65A6-413E-D270-4D635C30D5C7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60379E2E-C67E-DC29-822B-49528018E2E0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38AB5-A500-0FFF-EC93-9B1B282E2816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8714369-13AD-1CAB-12C0-E170E7D58DA1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97815F-08BF-186D-63DF-638E6DD8CBAC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443ABF-0C71-F228-84D8-1BB9E44CC8F3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A44B19-2366-E34B-E443-70DB68762EA6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BB82FA-6422-6AA3-0939-9B192BCDCC86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DCC25B-9652-3DA7-513D-CB10D04F4F4F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4336D6-169A-BF25-F1A3-CC90B65B44B7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03C9DC-4786-AEB6-3DA0-F57225F07989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673452-EFFE-ED3E-0C47-621B10B4CB60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8208D1-B1D8-F994-4FB4-AC63D90280E6}"/>
              </a:ext>
            </a:extLst>
          </p:cNvPr>
          <p:cNvGrpSpPr/>
          <p:nvPr/>
        </p:nvGrpSpPr>
        <p:grpSpPr>
          <a:xfrm>
            <a:off x="5218015" y="4622852"/>
            <a:ext cx="3148133" cy="969273"/>
            <a:chOff x="816919" y="4537052"/>
            <a:chExt cx="3148133" cy="96927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CA7FE2-70B0-8836-F557-9D1D45176402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6718FE-FB8D-6668-27BA-44296BF099ED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C4E320-3FC6-CB86-DD1D-D45977ECBF46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A285DD-5EF6-6790-9CBD-D2045F37DDBE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EBC89E-26D6-B27E-7814-B40A48F675D1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57CE6C-71D2-FE2E-40D8-DE9427CD4C92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5BD496A-59BA-C50F-6477-1C318F6AC0EC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8DD67C-8947-1153-13A1-42B140660921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CFD3CA-B267-0C57-32EF-7FF0D3512192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B6BAF2A-993A-E6E8-025A-D8A029F7A228}"/>
              </a:ext>
            </a:extLst>
          </p:cNvPr>
          <p:cNvGrpSpPr/>
          <p:nvPr/>
        </p:nvGrpSpPr>
        <p:grpSpPr>
          <a:xfrm>
            <a:off x="849803" y="6017253"/>
            <a:ext cx="3127248" cy="274320"/>
            <a:chOff x="849803" y="4111122"/>
            <a:chExt cx="3127248" cy="27432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FD771B4-5F42-6D2A-C28F-9317E5E32D17}"/>
                </a:ext>
              </a:extLst>
            </p:cNvPr>
            <p:cNvSpPr/>
            <p:nvPr/>
          </p:nvSpPr>
          <p:spPr>
            <a:xfrm>
              <a:off x="84980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8850408-E4D5-FF95-4D99-1F334F262667}"/>
                </a:ext>
              </a:extLst>
            </p:cNvPr>
            <p:cNvSpPr/>
            <p:nvPr/>
          </p:nvSpPr>
          <p:spPr>
            <a:xfrm>
              <a:off x="1023539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24A400E-AAEA-A84D-6247-EBB9E01505E4}"/>
                </a:ext>
              </a:extLst>
            </p:cNvPr>
            <p:cNvSpPr/>
            <p:nvPr/>
          </p:nvSpPr>
          <p:spPr>
            <a:xfrm>
              <a:off x="119727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49500AD-8EF5-76DE-E469-CFDD4811EF5D}"/>
                </a:ext>
              </a:extLst>
            </p:cNvPr>
            <p:cNvSpPr/>
            <p:nvPr/>
          </p:nvSpPr>
          <p:spPr>
            <a:xfrm>
              <a:off x="1371011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9E37F52-1E73-5492-C778-448F76380BED}"/>
                </a:ext>
              </a:extLst>
            </p:cNvPr>
            <p:cNvSpPr/>
            <p:nvPr/>
          </p:nvSpPr>
          <p:spPr>
            <a:xfrm>
              <a:off x="1550876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785A12E-926B-16DE-0E6A-1C8D71E7E925}"/>
                </a:ext>
              </a:extLst>
            </p:cNvPr>
            <p:cNvSpPr/>
            <p:nvPr/>
          </p:nvSpPr>
          <p:spPr>
            <a:xfrm>
              <a:off x="171848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9741764-0BE8-C903-A879-89E09C2DB2C4}"/>
                </a:ext>
              </a:extLst>
            </p:cNvPr>
            <p:cNvSpPr/>
            <p:nvPr/>
          </p:nvSpPr>
          <p:spPr>
            <a:xfrm>
              <a:off x="1898348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93ABA40-50FB-4120-7E55-096EB251C498}"/>
                </a:ext>
              </a:extLst>
            </p:cNvPr>
            <p:cNvSpPr/>
            <p:nvPr/>
          </p:nvSpPr>
          <p:spPr>
            <a:xfrm>
              <a:off x="206595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A225317-1A05-8527-4165-EEC377B3C463}"/>
                </a:ext>
              </a:extLst>
            </p:cNvPr>
            <p:cNvSpPr/>
            <p:nvPr/>
          </p:nvSpPr>
          <p:spPr>
            <a:xfrm>
              <a:off x="2239691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6B80E75-EE84-2003-9B31-3420CB4BC6BC}"/>
                </a:ext>
              </a:extLst>
            </p:cNvPr>
            <p:cNvSpPr/>
            <p:nvPr/>
          </p:nvSpPr>
          <p:spPr>
            <a:xfrm>
              <a:off x="2413427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178A13B-DBEF-339C-6411-5C4872437F7F}"/>
                </a:ext>
              </a:extLst>
            </p:cNvPr>
            <p:cNvSpPr/>
            <p:nvPr/>
          </p:nvSpPr>
          <p:spPr>
            <a:xfrm>
              <a:off x="2593292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2F392A5-ACE2-04FC-A3E7-77452FF2EA27}"/>
                </a:ext>
              </a:extLst>
            </p:cNvPr>
            <p:cNvSpPr/>
            <p:nvPr/>
          </p:nvSpPr>
          <p:spPr>
            <a:xfrm>
              <a:off x="2754770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C277EF0-5A1B-A7B9-B7A9-44FD4B49866C}"/>
                </a:ext>
              </a:extLst>
            </p:cNvPr>
            <p:cNvSpPr/>
            <p:nvPr/>
          </p:nvSpPr>
          <p:spPr>
            <a:xfrm>
              <a:off x="2934635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59475A3-BBF8-6379-8476-3AC5DC429A39}"/>
                </a:ext>
              </a:extLst>
            </p:cNvPr>
            <p:cNvSpPr/>
            <p:nvPr/>
          </p:nvSpPr>
          <p:spPr>
            <a:xfrm>
              <a:off x="3102242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2200ADF-76D0-CB46-A3B8-C1B3F8E41CC4}"/>
                </a:ext>
              </a:extLst>
            </p:cNvPr>
            <p:cNvSpPr/>
            <p:nvPr/>
          </p:nvSpPr>
          <p:spPr>
            <a:xfrm>
              <a:off x="3282107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AF33AB9-67EC-FFFF-0DC3-8213C3F43B7B}"/>
                </a:ext>
              </a:extLst>
            </p:cNvPr>
            <p:cNvSpPr/>
            <p:nvPr/>
          </p:nvSpPr>
          <p:spPr>
            <a:xfrm>
              <a:off x="3455843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366B126-965E-ECE0-CBBD-3915FA630011}"/>
                </a:ext>
              </a:extLst>
            </p:cNvPr>
            <p:cNvSpPr/>
            <p:nvPr/>
          </p:nvSpPr>
          <p:spPr>
            <a:xfrm>
              <a:off x="3629579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66F40D2-3149-07FE-6B0F-04125B41B678}"/>
                </a:ext>
              </a:extLst>
            </p:cNvPr>
            <p:cNvSpPr/>
            <p:nvPr/>
          </p:nvSpPr>
          <p:spPr>
            <a:xfrm>
              <a:off x="3803315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93DE13E-8752-5089-C6E2-136E69CFA349}"/>
                </a:ext>
              </a:extLst>
            </p:cNvPr>
            <p:cNvSpPr/>
            <p:nvPr/>
          </p:nvSpPr>
          <p:spPr>
            <a:xfrm>
              <a:off x="849803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BE1E0DC-3A7F-B808-A9F9-31E72D95B6DD}"/>
                </a:ext>
              </a:extLst>
            </p:cNvPr>
            <p:cNvSpPr/>
            <p:nvPr/>
          </p:nvSpPr>
          <p:spPr>
            <a:xfrm>
              <a:off x="119727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27E7812-5735-F89D-D361-547FEFC97F70}"/>
                </a:ext>
              </a:extLst>
            </p:cNvPr>
            <p:cNvSpPr/>
            <p:nvPr/>
          </p:nvSpPr>
          <p:spPr>
            <a:xfrm>
              <a:off x="1550876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CF7CA6C-B910-CE35-7BB8-7B215448BC20}"/>
                </a:ext>
              </a:extLst>
            </p:cNvPr>
            <p:cNvSpPr/>
            <p:nvPr/>
          </p:nvSpPr>
          <p:spPr>
            <a:xfrm>
              <a:off x="1892219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C06B264-4715-6CEE-8FE4-29D8ED286990}"/>
                </a:ext>
              </a:extLst>
            </p:cNvPr>
            <p:cNvSpPr/>
            <p:nvPr/>
          </p:nvSpPr>
          <p:spPr>
            <a:xfrm>
              <a:off x="2239691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B5D6A0C-88AF-9B30-BA62-8CF4A08A342C}"/>
                </a:ext>
              </a:extLst>
            </p:cNvPr>
            <p:cNvSpPr/>
            <p:nvPr/>
          </p:nvSpPr>
          <p:spPr>
            <a:xfrm>
              <a:off x="2587163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72F6B68-C10A-F9AD-1217-5666E916C25A}"/>
                </a:ext>
              </a:extLst>
            </p:cNvPr>
            <p:cNvSpPr/>
            <p:nvPr/>
          </p:nvSpPr>
          <p:spPr>
            <a:xfrm>
              <a:off x="293463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687FC4C-7E53-0E70-E018-55CDA5FA5CD0}"/>
                </a:ext>
              </a:extLst>
            </p:cNvPr>
            <p:cNvSpPr/>
            <p:nvPr/>
          </p:nvSpPr>
          <p:spPr>
            <a:xfrm>
              <a:off x="3282107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A62AB00-42C6-A589-E541-392F94FC9454}"/>
                </a:ext>
              </a:extLst>
            </p:cNvPr>
            <p:cNvSpPr/>
            <p:nvPr/>
          </p:nvSpPr>
          <p:spPr>
            <a:xfrm>
              <a:off x="3629579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6801903-8E9D-D7A5-4603-F3B047F1DFCE}"/>
              </a:ext>
            </a:extLst>
          </p:cNvPr>
          <p:cNvGrpSpPr/>
          <p:nvPr/>
        </p:nvGrpSpPr>
        <p:grpSpPr>
          <a:xfrm>
            <a:off x="5188904" y="6017673"/>
            <a:ext cx="3127248" cy="274320"/>
            <a:chOff x="5029568" y="4043708"/>
            <a:chExt cx="3127248" cy="274320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929B374-4935-F9F0-AA9F-946B084E16D2}"/>
                </a:ext>
              </a:extLst>
            </p:cNvPr>
            <p:cNvSpPr/>
            <p:nvPr/>
          </p:nvSpPr>
          <p:spPr>
            <a:xfrm>
              <a:off x="502956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42AD011-7C17-2807-E121-B982A0CD142A}"/>
                </a:ext>
              </a:extLst>
            </p:cNvPr>
            <p:cNvSpPr/>
            <p:nvPr/>
          </p:nvSpPr>
          <p:spPr>
            <a:xfrm>
              <a:off x="5203304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1CD0059-9071-A9F5-369A-9037CEB11390}"/>
                </a:ext>
              </a:extLst>
            </p:cNvPr>
            <p:cNvSpPr/>
            <p:nvPr/>
          </p:nvSpPr>
          <p:spPr>
            <a:xfrm>
              <a:off x="5377040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57B1EC8-8163-CEE7-0E40-BAD7BB863139}"/>
                </a:ext>
              </a:extLst>
            </p:cNvPr>
            <p:cNvSpPr/>
            <p:nvPr/>
          </p:nvSpPr>
          <p:spPr>
            <a:xfrm>
              <a:off x="5550776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42990C4-31DE-2164-B4CA-FC07907C2292}"/>
                </a:ext>
              </a:extLst>
            </p:cNvPr>
            <p:cNvSpPr/>
            <p:nvPr/>
          </p:nvSpPr>
          <p:spPr>
            <a:xfrm>
              <a:off x="572451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3B0B6DC-864E-64E0-AFBB-E02D31CE6D8D}"/>
                </a:ext>
              </a:extLst>
            </p:cNvPr>
            <p:cNvSpPr/>
            <p:nvPr/>
          </p:nvSpPr>
          <p:spPr>
            <a:xfrm>
              <a:off x="5892119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936AFCF-53B7-9D42-76B5-78AB186C3B2B}"/>
                </a:ext>
              </a:extLst>
            </p:cNvPr>
            <p:cNvSpPr/>
            <p:nvPr/>
          </p:nvSpPr>
          <p:spPr>
            <a:xfrm>
              <a:off x="6071984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8F9CB47-C919-E6F9-AF1F-11C1B8B4CC65}"/>
                </a:ext>
              </a:extLst>
            </p:cNvPr>
            <p:cNvSpPr/>
            <p:nvPr/>
          </p:nvSpPr>
          <p:spPr>
            <a:xfrm>
              <a:off x="6239591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916FB83-9432-447D-8736-1E330AF07360}"/>
                </a:ext>
              </a:extLst>
            </p:cNvPr>
            <p:cNvSpPr/>
            <p:nvPr/>
          </p:nvSpPr>
          <p:spPr>
            <a:xfrm>
              <a:off x="6419456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14A9408-5027-4566-77B9-D22BE145B5FB}"/>
                </a:ext>
              </a:extLst>
            </p:cNvPr>
            <p:cNvSpPr/>
            <p:nvPr/>
          </p:nvSpPr>
          <p:spPr>
            <a:xfrm>
              <a:off x="6593192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2A40F38-72B9-5A3B-AADC-2986BB2DE261}"/>
                </a:ext>
              </a:extLst>
            </p:cNvPr>
            <p:cNvSpPr/>
            <p:nvPr/>
          </p:nvSpPr>
          <p:spPr>
            <a:xfrm>
              <a:off x="6766928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8CAAB63-110B-CBCD-07C6-71491C2502D3}"/>
                </a:ext>
              </a:extLst>
            </p:cNvPr>
            <p:cNvSpPr/>
            <p:nvPr/>
          </p:nvSpPr>
          <p:spPr>
            <a:xfrm>
              <a:off x="6934535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DBFF3DE6-84ED-DB72-9C06-BA4AB81D4048}"/>
                </a:ext>
              </a:extLst>
            </p:cNvPr>
            <p:cNvSpPr/>
            <p:nvPr/>
          </p:nvSpPr>
          <p:spPr>
            <a:xfrm>
              <a:off x="711440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0D0D827-2AF9-D282-EC36-00EB744FBC9A}"/>
                </a:ext>
              </a:extLst>
            </p:cNvPr>
            <p:cNvSpPr/>
            <p:nvPr/>
          </p:nvSpPr>
          <p:spPr>
            <a:xfrm>
              <a:off x="7282007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0EEC50D-A712-8153-1ED1-A96D719A38F7}"/>
                </a:ext>
              </a:extLst>
            </p:cNvPr>
            <p:cNvSpPr/>
            <p:nvPr/>
          </p:nvSpPr>
          <p:spPr>
            <a:xfrm>
              <a:off x="746187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E983C38-9A2E-49D0-1279-633091E22F55}"/>
                </a:ext>
              </a:extLst>
            </p:cNvPr>
            <p:cNvSpPr/>
            <p:nvPr/>
          </p:nvSpPr>
          <p:spPr>
            <a:xfrm>
              <a:off x="763560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267AE31-636E-26BE-E7E5-BA5137DFEE0A}"/>
                </a:ext>
              </a:extLst>
            </p:cNvPr>
            <p:cNvSpPr/>
            <p:nvPr/>
          </p:nvSpPr>
          <p:spPr>
            <a:xfrm>
              <a:off x="7809344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4A57304-58E1-F5FF-855E-2B5E6E0E57B1}"/>
                </a:ext>
              </a:extLst>
            </p:cNvPr>
            <p:cNvSpPr/>
            <p:nvPr/>
          </p:nvSpPr>
          <p:spPr>
            <a:xfrm>
              <a:off x="798308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EF41778-1BBB-CFBA-ED37-8D6FD2DB72D4}"/>
                </a:ext>
              </a:extLst>
            </p:cNvPr>
            <p:cNvSpPr/>
            <p:nvPr/>
          </p:nvSpPr>
          <p:spPr>
            <a:xfrm>
              <a:off x="5029568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94CFF16-E787-2838-45D8-E0AE04ABDEED}"/>
                </a:ext>
              </a:extLst>
            </p:cNvPr>
            <p:cNvSpPr/>
            <p:nvPr/>
          </p:nvSpPr>
          <p:spPr>
            <a:xfrm>
              <a:off x="5377040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93CCF78-53D5-52C0-0EAA-EB2FF7A5CD30}"/>
                </a:ext>
              </a:extLst>
            </p:cNvPr>
            <p:cNvSpPr/>
            <p:nvPr/>
          </p:nvSpPr>
          <p:spPr>
            <a:xfrm>
              <a:off x="5724512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698CC76E-3F21-70F5-49F5-60056CE6E6BD}"/>
                </a:ext>
              </a:extLst>
            </p:cNvPr>
            <p:cNvSpPr/>
            <p:nvPr/>
          </p:nvSpPr>
          <p:spPr>
            <a:xfrm>
              <a:off x="6065855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D5159E0-131E-521A-483D-E8972DC56DEE}"/>
                </a:ext>
              </a:extLst>
            </p:cNvPr>
            <p:cNvSpPr/>
            <p:nvPr/>
          </p:nvSpPr>
          <p:spPr>
            <a:xfrm>
              <a:off x="6419456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A7DD291-F74A-87B7-4FE7-90F3AE9A9713}"/>
                </a:ext>
              </a:extLst>
            </p:cNvPr>
            <p:cNvSpPr/>
            <p:nvPr/>
          </p:nvSpPr>
          <p:spPr>
            <a:xfrm>
              <a:off x="6766928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E697351B-29AE-B80F-ACF8-586B15053B61}"/>
                </a:ext>
              </a:extLst>
            </p:cNvPr>
            <p:cNvSpPr/>
            <p:nvPr/>
          </p:nvSpPr>
          <p:spPr>
            <a:xfrm>
              <a:off x="7114400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2E2DA6C-30B4-27C1-3D66-3ACC98E785ED}"/>
                </a:ext>
              </a:extLst>
            </p:cNvPr>
            <p:cNvSpPr/>
            <p:nvPr/>
          </p:nvSpPr>
          <p:spPr>
            <a:xfrm>
              <a:off x="7461872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6B4923E-4AFA-01BE-37B7-BDAD7746611E}"/>
                </a:ext>
              </a:extLst>
            </p:cNvPr>
            <p:cNvSpPr/>
            <p:nvPr/>
          </p:nvSpPr>
          <p:spPr>
            <a:xfrm>
              <a:off x="7809344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DD87B63-8E20-984C-05A6-62DEE80D64DA}"/>
              </a:ext>
            </a:extLst>
          </p:cNvPr>
          <p:cNvSpPr/>
          <p:nvPr/>
        </p:nvSpPr>
        <p:spPr>
          <a:xfrm>
            <a:off x="2301206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6726195-EF64-AC10-AED5-EFC8164B8F74}"/>
              </a:ext>
            </a:extLst>
          </p:cNvPr>
          <p:cNvSpPr/>
          <p:nvPr/>
        </p:nvSpPr>
        <p:spPr>
          <a:xfrm>
            <a:off x="6687003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78078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BF07-3B2F-FC3F-1B0E-1F3FBF8B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1BDB57-47EF-9C2A-BAB3-582D2CA48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" y="3528000"/>
            <a:ext cx="4643999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59AA6-B2E5-48D0-432E-92E8577F9A63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FF589060-836B-A5F4-B4EC-018DA0DAFAFF}"/>
              </a:ext>
            </a:extLst>
          </p:cNvPr>
          <p:cNvSpPr/>
          <p:nvPr/>
        </p:nvSpPr>
        <p:spPr>
          <a:xfrm>
            <a:off x="3843516" y="2597236"/>
            <a:ext cx="1884184" cy="4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9713C8-866C-A76A-9DCC-26B659907469}"/>
              </a:ext>
            </a:extLst>
          </p:cNvPr>
          <p:cNvCxnSpPr>
            <a:cxnSpLocks/>
          </p:cNvCxnSpPr>
          <p:nvPr/>
        </p:nvCxnSpPr>
        <p:spPr>
          <a:xfrm flipH="1">
            <a:off x="2573363" y="3972799"/>
            <a:ext cx="1193036" cy="44805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3">
                <a:extLst>
                  <a:ext uri="{FF2B5EF4-FFF2-40B4-BE49-F238E27FC236}">
                    <a16:creationId xmlns:a16="http://schemas.microsoft.com/office/drawing/2014/main" id="{E16CA058-C76C-4ABF-CB4E-17918FCC036B}"/>
                  </a:ext>
                </a:extLst>
              </p:cNvPr>
              <p:cNvSpPr/>
              <p:nvPr/>
            </p:nvSpPr>
            <p:spPr>
              <a:xfrm>
                <a:off x="2249552" y="4074502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13">
                <a:extLst>
                  <a:ext uri="{FF2B5EF4-FFF2-40B4-BE49-F238E27FC236}">
                    <a16:creationId xmlns:a16="http://schemas.microsoft.com/office/drawing/2014/main" id="{E16CA058-C76C-4ABF-CB4E-17918FCC0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552" y="4074502"/>
                <a:ext cx="362178" cy="277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577CD6-7774-E64E-4A9D-D749240C244A}"/>
                  </a:ext>
                </a:extLst>
              </p:cNvPr>
              <p:cNvSpPr txBox="1"/>
              <p:nvPr/>
            </p:nvSpPr>
            <p:spPr>
              <a:xfrm>
                <a:off x="2233802" y="3832938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2C873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577CD6-7774-E64E-4A9D-D749240C2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802" y="3832938"/>
                <a:ext cx="438912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17D3E8-851A-9595-DC8F-52092762975F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Step k = 0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1487BD-2A95-7B44-43A7-811AD5A5B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831" y="3554202"/>
            <a:ext cx="4615597" cy="2340000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F98E85B9-BF80-7A45-1A09-8834CFC44BAB}"/>
              </a:ext>
            </a:extLst>
          </p:cNvPr>
          <p:cNvSpPr/>
          <p:nvPr/>
        </p:nvSpPr>
        <p:spPr>
          <a:xfrm>
            <a:off x="203006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DB4AFBE3-2268-846B-7A56-846DEFCF4F92}"/>
                  </a:ext>
                </a:extLst>
              </p:cNvPr>
              <p:cNvSpPr/>
              <p:nvPr/>
            </p:nvSpPr>
            <p:spPr>
              <a:xfrm>
                <a:off x="6661637" y="4017604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DB4AFBE3-2268-846B-7A56-846DEFCF4F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637" y="4017604"/>
                <a:ext cx="362178" cy="277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49110D-8229-9132-0404-7B1CBC06E692}"/>
                  </a:ext>
                </a:extLst>
              </p:cNvPr>
              <p:cNvSpPr txBox="1"/>
              <p:nvPr/>
            </p:nvSpPr>
            <p:spPr>
              <a:xfrm>
                <a:off x="7070712" y="3971723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2C873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49110D-8229-9132-0404-7B1CBC06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712" y="3971723"/>
                <a:ext cx="438912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23EE801-A25F-38C2-1322-5D326ABFE54C}"/>
                  </a:ext>
                </a:extLst>
              </p:cNvPr>
              <p:cNvSpPr txBox="1"/>
              <p:nvPr/>
            </p:nvSpPr>
            <p:spPr>
              <a:xfrm>
                <a:off x="6175828" y="3920914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C832D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>
                  <a:solidFill>
                    <a:srgbClr val="C832D3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23EE801-A25F-38C2-1322-5D326ABFE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828" y="3920914"/>
                <a:ext cx="43891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C4D6C022-8FD1-0EDA-A14E-87D511D2005B}"/>
                  </a:ext>
                </a:extLst>
              </p:cNvPr>
              <p:cNvSpPr/>
              <p:nvPr/>
            </p:nvSpPr>
            <p:spPr>
              <a:xfrm>
                <a:off x="3806083" y="3656943"/>
                <a:ext cx="1677535" cy="7213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𝑘</m:t>
                        </m:r>
                      </m:sub>
                      <m:sup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𝑟</m:t>
                        </m:r>
                      </m:sup>
                    </m:sSubSup>
                    <m:r>
                      <a:rPr lang="de-DE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=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range of seen nodes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C4D6C022-8FD1-0EDA-A14E-87D511D20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083" y="3656943"/>
                <a:ext cx="1677535" cy="721321"/>
              </a:xfrm>
              <a:prstGeom prst="rect">
                <a:avLst/>
              </a:prstGeom>
              <a:blipFill>
                <a:blip r:embed="rId9"/>
                <a:stretch>
                  <a:fillRect l="-8333" b="-762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51F96D-DCEC-7D9B-3D06-6DE0A84B7C45}"/>
              </a:ext>
            </a:extLst>
          </p:cNvPr>
          <p:cNvCxnSpPr>
            <a:cxnSpLocks/>
          </p:cNvCxnSpPr>
          <p:nvPr/>
        </p:nvCxnSpPr>
        <p:spPr>
          <a:xfrm>
            <a:off x="5199979" y="3972799"/>
            <a:ext cx="1084701" cy="101703"/>
          </a:xfrm>
          <a:prstGeom prst="straightConnector1">
            <a:avLst/>
          </a:prstGeom>
          <a:ln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F72BE9C2-9E1E-05A7-4B8C-7C9FAA43DD63}"/>
              </a:ext>
            </a:extLst>
          </p:cNvPr>
          <p:cNvSpPr/>
          <p:nvPr/>
        </p:nvSpPr>
        <p:spPr>
          <a:xfrm>
            <a:off x="566958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BCFFB-C294-9737-829B-21F02C04FB93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6E2C3FD-DFCD-A2FA-A931-54488884D3E3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B24285CA-1C8F-7952-17AE-11EC3C84779E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8939EC6-52EC-420A-C610-E375ED04F72F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DDD2E2FF-13D5-49B9-D7BF-CC2597D6ACFA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86F6573B-21AD-B761-42FB-D34C6EB838F9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D2AF65B1-F67C-C069-BCA2-B5D5299567C4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F3F69D34-0020-F629-A90F-E0F2287DA207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296B2444-E3CB-878D-5345-19CA1BCCDF46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F94E76-EC8F-7F8D-5416-8994AED89663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39E75F-D5C2-D794-6F2F-AE18F0D65A48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F407D7-FE03-E80B-C438-C461D4270C16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3268ECA7-3F49-5867-8BB5-23CFCDA48B77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5D68F4FC-C49A-F752-6C3E-8C8A9CE93B1D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337C98D4-1525-DB18-256F-4CBB33589520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33A00E2-EE3E-C572-8FDE-B579A8A50870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0034535-701A-D116-298E-5C5FA16831A5}"/>
              </a:ext>
            </a:extLst>
          </p:cNvPr>
          <p:cNvGrpSpPr/>
          <p:nvPr/>
        </p:nvGrpSpPr>
        <p:grpSpPr>
          <a:xfrm>
            <a:off x="816919" y="4537052"/>
            <a:ext cx="3148133" cy="969273"/>
            <a:chOff x="816919" y="4537052"/>
            <a:chExt cx="3148133" cy="969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AA49A66-C679-156F-49DE-5B474D64C90F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A0B47B-EE2B-4771-DDD9-FE26DABEBAE8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0B89EC-873A-623A-49EC-8DD0E3367A21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6C6160-10E3-1929-2613-30A647070F18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9F8903-6310-94EB-4F52-F8180FD4BADB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3DCE71-F63D-E3D5-4BB2-DD956B7AC49F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D5CC29-CDE0-594E-7CA4-EF3B5766EE17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85F2BA-DEB1-1FBD-D5DD-07358E35B2B1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78E48F-A04A-5234-1AA2-2D5FF2DF41B5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6A9D55-3C84-B5E3-E06D-49854A02B2CE}"/>
              </a:ext>
            </a:extLst>
          </p:cNvPr>
          <p:cNvGrpSpPr/>
          <p:nvPr/>
        </p:nvGrpSpPr>
        <p:grpSpPr>
          <a:xfrm>
            <a:off x="5199979" y="4622852"/>
            <a:ext cx="3148133" cy="969273"/>
            <a:chOff x="816919" y="4537052"/>
            <a:chExt cx="3148133" cy="96927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56B8E4-797B-A76B-DBD3-2726F5B5ADE6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2E9EC1-3304-E995-1B54-5D84417A4F07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D8D4C5-A8EA-2753-F839-4BFC0F750489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 dirty="0">
                  <a:latin typeface="Arial"/>
                  <a:cs typeface="Arial"/>
                </a:rPr>
                <a:t>3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CCAE5DA-68A7-A67F-4CA5-337C943C138E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1CF582-EEB1-B6D4-8AA9-CE4CD936F8A0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5D4F77-BD9B-0B75-5D91-E24C6ECC0C00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AE07621-449A-C251-ED92-42230B8DB4B9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834634A-CF03-7188-BB13-94372A24AC71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C2A070-0308-5438-1A29-C9479CF3F916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EC97C46-7774-2F59-6861-D52EA2199464}"/>
              </a:ext>
            </a:extLst>
          </p:cNvPr>
          <p:cNvGrpSpPr/>
          <p:nvPr/>
        </p:nvGrpSpPr>
        <p:grpSpPr>
          <a:xfrm>
            <a:off x="849803" y="6017253"/>
            <a:ext cx="3127248" cy="274320"/>
            <a:chOff x="849803" y="4111122"/>
            <a:chExt cx="3127248" cy="27432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8D7CB9A-013B-183D-6E56-8D188B39DCDF}"/>
                </a:ext>
              </a:extLst>
            </p:cNvPr>
            <p:cNvSpPr/>
            <p:nvPr/>
          </p:nvSpPr>
          <p:spPr>
            <a:xfrm>
              <a:off x="84980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EEEA329-35A4-F022-7E67-710B42AE8DD1}"/>
                </a:ext>
              </a:extLst>
            </p:cNvPr>
            <p:cNvSpPr/>
            <p:nvPr/>
          </p:nvSpPr>
          <p:spPr>
            <a:xfrm>
              <a:off x="1023539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9122EB7-9BCD-2D35-3818-D14D8B106EA1}"/>
                </a:ext>
              </a:extLst>
            </p:cNvPr>
            <p:cNvSpPr/>
            <p:nvPr/>
          </p:nvSpPr>
          <p:spPr>
            <a:xfrm>
              <a:off x="119727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40495D1-1721-CBB4-FC9A-1A8EF83C1941}"/>
                </a:ext>
              </a:extLst>
            </p:cNvPr>
            <p:cNvSpPr/>
            <p:nvPr/>
          </p:nvSpPr>
          <p:spPr>
            <a:xfrm>
              <a:off x="1371011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EF08CF0-0B07-164A-274A-239B749B9074}"/>
                </a:ext>
              </a:extLst>
            </p:cNvPr>
            <p:cNvSpPr/>
            <p:nvPr/>
          </p:nvSpPr>
          <p:spPr>
            <a:xfrm>
              <a:off x="1550876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5C2F00A-3CE0-0498-A087-8DF365F86C07}"/>
                </a:ext>
              </a:extLst>
            </p:cNvPr>
            <p:cNvSpPr/>
            <p:nvPr/>
          </p:nvSpPr>
          <p:spPr>
            <a:xfrm>
              <a:off x="171848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4F31B10-83C9-98B9-86D2-98125367D863}"/>
                </a:ext>
              </a:extLst>
            </p:cNvPr>
            <p:cNvSpPr/>
            <p:nvPr/>
          </p:nvSpPr>
          <p:spPr>
            <a:xfrm>
              <a:off x="1898348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D87D8D2-BA1E-3190-CD8A-3457FD92D488}"/>
                </a:ext>
              </a:extLst>
            </p:cNvPr>
            <p:cNvSpPr/>
            <p:nvPr/>
          </p:nvSpPr>
          <p:spPr>
            <a:xfrm>
              <a:off x="206595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CEF36CE-5818-59AD-8A9C-BD7E442C79D6}"/>
                </a:ext>
              </a:extLst>
            </p:cNvPr>
            <p:cNvSpPr/>
            <p:nvPr/>
          </p:nvSpPr>
          <p:spPr>
            <a:xfrm>
              <a:off x="2239691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7F95F0F-4637-923B-668E-FFB5CE6650CE}"/>
                </a:ext>
              </a:extLst>
            </p:cNvPr>
            <p:cNvSpPr/>
            <p:nvPr/>
          </p:nvSpPr>
          <p:spPr>
            <a:xfrm>
              <a:off x="2413427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3C809DB-7E85-6FBB-0D9E-A248E6856858}"/>
                </a:ext>
              </a:extLst>
            </p:cNvPr>
            <p:cNvSpPr/>
            <p:nvPr/>
          </p:nvSpPr>
          <p:spPr>
            <a:xfrm>
              <a:off x="2593292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3C3AF02-5EBA-C60C-69DD-FF1DFD2CA063}"/>
                </a:ext>
              </a:extLst>
            </p:cNvPr>
            <p:cNvSpPr/>
            <p:nvPr/>
          </p:nvSpPr>
          <p:spPr>
            <a:xfrm>
              <a:off x="2754770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517D0DB-537A-3E9D-6F2D-9A23A9D0B3E0}"/>
                </a:ext>
              </a:extLst>
            </p:cNvPr>
            <p:cNvSpPr/>
            <p:nvPr/>
          </p:nvSpPr>
          <p:spPr>
            <a:xfrm>
              <a:off x="2934635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9C91C1A-C647-9E40-B409-B8F9511F71DE}"/>
                </a:ext>
              </a:extLst>
            </p:cNvPr>
            <p:cNvSpPr/>
            <p:nvPr/>
          </p:nvSpPr>
          <p:spPr>
            <a:xfrm>
              <a:off x="3102242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87ACDEC-C8C6-3B3F-7F12-69B411056335}"/>
                </a:ext>
              </a:extLst>
            </p:cNvPr>
            <p:cNvSpPr/>
            <p:nvPr/>
          </p:nvSpPr>
          <p:spPr>
            <a:xfrm>
              <a:off x="3282107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A8B84AE-6D02-3951-1274-78F5F1B24EAA}"/>
                </a:ext>
              </a:extLst>
            </p:cNvPr>
            <p:cNvSpPr/>
            <p:nvPr/>
          </p:nvSpPr>
          <p:spPr>
            <a:xfrm>
              <a:off x="3455843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58F480A-19D7-015D-E470-93EA9B6D63D7}"/>
                </a:ext>
              </a:extLst>
            </p:cNvPr>
            <p:cNvSpPr/>
            <p:nvPr/>
          </p:nvSpPr>
          <p:spPr>
            <a:xfrm>
              <a:off x="3629579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6A1C920-1023-B32E-672D-51380FC41601}"/>
                </a:ext>
              </a:extLst>
            </p:cNvPr>
            <p:cNvSpPr/>
            <p:nvPr/>
          </p:nvSpPr>
          <p:spPr>
            <a:xfrm>
              <a:off x="3803315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3053B14-95B6-A04C-CCE6-21EC36A9EAA1}"/>
                </a:ext>
              </a:extLst>
            </p:cNvPr>
            <p:cNvSpPr/>
            <p:nvPr/>
          </p:nvSpPr>
          <p:spPr>
            <a:xfrm>
              <a:off x="849803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A4AF3F5-4869-02E0-E190-E2FB2A3FFD2D}"/>
                </a:ext>
              </a:extLst>
            </p:cNvPr>
            <p:cNvSpPr/>
            <p:nvPr/>
          </p:nvSpPr>
          <p:spPr>
            <a:xfrm>
              <a:off x="119727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1247946-F161-08FD-B07F-008B1D609E64}"/>
                </a:ext>
              </a:extLst>
            </p:cNvPr>
            <p:cNvSpPr/>
            <p:nvPr/>
          </p:nvSpPr>
          <p:spPr>
            <a:xfrm>
              <a:off x="1550876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4DEA180-A936-AC84-1961-0D001700CE40}"/>
                </a:ext>
              </a:extLst>
            </p:cNvPr>
            <p:cNvSpPr/>
            <p:nvPr/>
          </p:nvSpPr>
          <p:spPr>
            <a:xfrm>
              <a:off x="1892219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E58BFB9-1F8D-ECC7-1847-4C522F1300AC}"/>
                </a:ext>
              </a:extLst>
            </p:cNvPr>
            <p:cNvSpPr/>
            <p:nvPr/>
          </p:nvSpPr>
          <p:spPr>
            <a:xfrm>
              <a:off x="2239691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8C139AB-AE28-5A36-2F52-8898E6958AFA}"/>
                </a:ext>
              </a:extLst>
            </p:cNvPr>
            <p:cNvSpPr/>
            <p:nvPr/>
          </p:nvSpPr>
          <p:spPr>
            <a:xfrm>
              <a:off x="2587163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7BF187D-6609-5CD3-84A7-98F2117B6187}"/>
                </a:ext>
              </a:extLst>
            </p:cNvPr>
            <p:cNvSpPr/>
            <p:nvPr/>
          </p:nvSpPr>
          <p:spPr>
            <a:xfrm>
              <a:off x="293463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16CF667-1EAC-9F0F-04FE-55FA4E26CD17}"/>
                </a:ext>
              </a:extLst>
            </p:cNvPr>
            <p:cNvSpPr/>
            <p:nvPr/>
          </p:nvSpPr>
          <p:spPr>
            <a:xfrm>
              <a:off x="3282107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30CBBF6-6DCE-5BF3-037D-6EF1BB72334E}"/>
                </a:ext>
              </a:extLst>
            </p:cNvPr>
            <p:cNvSpPr/>
            <p:nvPr/>
          </p:nvSpPr>
          <p:spPr>
            <a:xfrm>
              <a:off x="3629579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64CD299-04D6-BC39-A0FF-E60CE3581080}"/>
              </a:ext>
            </a:extLst>
          </p:cNvPr>
          <p:cNvGrpSpPr/>
          <p:nvPr/>
        </p:nvGrpSpPr>
        <p:grpSpPr>
          <a:xfrm>
            <a:off x="5176997" y="6017673"/>
            <a:ext cx="3127248" cy="274320"/>
            <a:chOff x="5029568" y="4043708"/>
            <a:chExt cx="3127248" cy="274320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DAFB321-DC5D-96FF-7EDF-AABFFA75BE43}"/>
                </a:ext>
              </a:extLst>
            </p:cNvPr>
            <p:cNvSpPr/>
            <p:nvPr/>
          </p:nvSpPr>
          <p:spPr>
            <a:xfrm>
              <a:off x="502956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B0C7B20-4DE7-EE46-1D5E-1FBEC5DC1874}"/>
                </a:ext>
              </a:extLst>
            </p:cNvPr>
            <p:cNvSpPr/>
            <p:nvPr/>
          </p:nvSpPr>
          <p:spPr>
            <a:xfrm>
              <a:off x="5203304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46B6C37-C3EE-3A15-BEA5-8CA4DB828518}"/>
                </a:ext>
              </a:extLst>
            </p:cNvPr>
            <p:cNvSpPr/>
            <p:nvPr/>
          </p:nvSpPr>
          <p:spPr>
            <a:xfrm>
              <a:off x="5377040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9A3E9EA-5AD0-7E18-5FD2-FC05C4358083}"/>
                </a:ext>
              </a:extLst>
            </p:cNvPr>
            <p:cNvSpPr/>
            <p:nvPr/>
          </p:nvSpPr>
          <p:spPr>
            <a:xfrm>
              <a:off x="5550776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B66F051-4675-1727-3294-41BCA9B932CB}"/>
                </a:ext>
              </a:extLst>
            </p:cNvPr>
            <p:cNvSpPr/>
            <p:nvPr/>
          </p:nvSpPr>
          <p:spPr>
            <a:xfrm>
              <a:off x="572451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BD2CD8B-237B-6D05-8F77-DD1391B773A0}"/>
                </a:ext>
              </a:extLst>
            </p:cNvPr>
            <p:cNvSpPr/>
            <p:nvPr/>
          </p:nvSpPr>
          <p:spPr>
            <a:xfrm>
              <a:off x="5892119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C03572B-A0ED-C50C-96F0-2057C1E7390D}"/>
                </a:ext>
              </a:extLst>
            </p:cNvPr>
            <p:cNvSpPr/>
            <p:nvPr/>
          </p:nvSpPr>
          <p:spPr>
            <a:xfrm>
              <a:off x="6071984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127E876-B007-5EA0-3020-BC3A711C15BB}"/>
                </a:ext>
              </a:extLst>
            </p:cNvPr>
            <p:cNvSpPr/>
            <p:nvPr/>
          </p:nvSpPr>
          <p:spPr>
            <a:xfrm>
              <a:off x="6239591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67FB8FF-B6AC-9CB9-9807-074129AC276C}"/>
                </a:ext>
              </a:extLst>
            </p:cNvPr>
            <p:cNvSpPr/>
            <p:nvPr/>
          </p:nvSpPr>
          <p:spPr>
            <a:xfrm>
              <a:off x="6419456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F46DAB1-812C-6AD1-42FE-CC4C8286FDFB}"/>
                </a:ext>
              </a:extLst>
            </p:cNvPr>
            <p:cNvSpPr/>
            <p:nvPr/>
          </p:nvSpPr>
          <p:spPr>
            <a:xfrm>
              <a:off x="6593192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D6B3B6EA-0C3C-D458-3930-12DA70008ABD}"/>
                </a:ext>
              </a:extLst>
            </p:cNvPr>
            <p:cNvSpPr/>
            <p:nvPr/>
          </p:nvSpPr>
          <p:spPr>
            <a:xfrm>
              <a:off x="6766928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BE9D2C9-5A7F-9155-5292-67E9D81127B9}"/>
                </a:ext>
              </a:extLst>
            </p:cNvPr>
            <p:cNvSpPr/>
            <p:nvPr/>
          </p:nvSpPr>
          <p:spPr>
            <a:xfrm>
              <a:off x="6934535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B3CBDF5-2D2D-9660-C2E6-7C88A0E72CD1}"/>
                </a:ext>
              </a:extLst>
            </p:cNvPr>
            <p:cNvSpPr/>
            <p:nvPr/>
          </p:nvSpPr>
          <p:spPr>
            <a:xfrm>
              <a:off x="711440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D1CA0B8-9F30-979A-E03D-3F2355150E3D}"/>
                </a:ext>
              </a:extLst>
            </p:cNvPr>
            <p:cNvSpPr/>
            <p:nvPr/>
          </p:nvSpPr>
          <p:spPr>
            <a:xfrm>
              <a:off x="7282007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BC02466-0575-9422-ECFF-357021F8E843}"/>
                </a:ext>
              </a:extLst>
            </p:cNvPr>
            <p:cNvSpPr/>
            <p:nvPr/>
          </p:nvSpPr>
          <p:spPr>
            <a:xfrm>
              <a:off x="746187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EA150F4-6D4F-E92D-1124-1B21A814D63E}"/>
                </a:ext>
              </a:extLst>
            </p:cNvPr>
            <p:cNvSpPr/>
            <p:nvPr/>
          </p:nvSpPr>
          <p:spPr>
            <a:xfrm>
              <a:off x="763560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D94A953-2AB7-06F3-A109-903D32E09B70}"/>
                </a:ext>
              </a:extLst>
            </p:cNvPr>
            <p:cNvSpPr/>
            <p:nvPr/>
          </p:nvSpPr>
          <p:spPr>
            <a:xfrm>
              <a:off x="7809344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ED36157-1489-C9F8-8B54-9400CEEBA605}"/>
                </a:ext>
              </a:extLst>
            </p:cNvPr>
            <p:cNvSpPr/>
            <p:nvPr/>
          </p:nvSpPr>
          <p:spPr>
            <a:xfrm>
              <a:off x="798308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4895182-DEA9-DC2A-EEBF-84E50B1C7370}"/>
                </a:ext>
              </a:extLst>
            </p:cNvPr>
            <p:cNvSpPr/>
            <p:nvPr/>
          </p:nvSpPr>
          <p:spPr>
            <a:xfrm>
              <a:off x="5029568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704AA792-E1A8-DB54-1775-10E48B59EDD4}"/>
                </a:ext>
              </a:extLst>
            </p:cNvPr>
            <p:cNvSpPr/>
            <p:nvPr/>
          </p:nvSpPr>
          <p:spPr>
            <a:xfrm>
              <a:off x="5377040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7C69DBE6-E087-B15A-8B09-9193823366B1}"/>
                </a:ext>
              </a:extLst>
            </p:cNvPr>
            <p:cNvSpPr/>
            <p:nvPr/>
          </p:nvSpPr>
          <p:spPr>
            <a:xfrm>
              <a:off x="5724512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37F8A57-1AF0-11B5-2878-5D66732BF31F}"/>
                </a:ext>
              </a:extLst>
            </p:cNvPr>
            <p:cNvSpPr/>
            <p:nvPr/>
          </p:nvSpPr>
          <p:spPr>
            <a:xfrm>
              <a:off x="6065855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E4D1AFA-CE8C-2DE2-178F-AB107663670C}"/>
                </a:ext>
              </a:extLst>
            </p:cNvPr>
            <p:cNvSpPr/>
            <p:nvPr/>
          </p:nvSpPr>
          <p:spPr>
            <a:xfrm>
              <a:off x="6419456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905C1C1-DE47-6ED9-B95B-10900FDFD1C0}"/>
                </a:ext>
              </a:extLst>
            </p:cNvPr>
            <p:cNvSpPr/>
            <p:nvPr/>
          </p:nvSpPr>
          <p:spPr>
            <a:xfrm>
              <a:off x="6766928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6B9F6FF-35DC-9709-DADD-BFE78FBB30D4}"/>
                </a:ext>
              </a:extLst>
            </p:cNvPr>
            <p:cNvSpPr/>
            <p:nvPr/>
          </p:nvSpPr>
          <p:spPr>
            <a:xfrm>
              <a:off x="7114400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279A433-6D6C-9357-371C-15FC0561E4F2}"/>
                </a:ext>
              </a:extLst>
            </p:cNvPr>
            <p:cNvSpPr/>
            <p:nvPr/>
          </p:nvSpPr>
          <p:spPr>
            <a:xfrm>
              <a:off x="7461872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AB852F5E-58C5-299F-28EA-890614C7F5A4}"/>
                </a:ext>
              </a:extLst>
            </p:cNvPr>
            <p:cNvSpPr/>
            <p:nvPr/>
          </p:nvSpPr>
          <p:spPr>
            <a:xfrm>
              <a:off x="7809344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738A8D2E-40C5-FC3D-4AEE-02C89281801D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51AEEB9-2907-F0A1-1D6E-7BEB8E129D6A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13782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7A5C-D2DA-2678-DEB0-CDD0C69F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D6CA852-499D-F724-C85F-BA2530919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574" y="3570346"/>
            <a:ext cx="4505374" cy="23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4B7EFA-35E5-077A-1002-08C53A6E6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9" y="3542289"/>
            <a:ext cx="4532432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81C086-CFBA-E051-0C32-BCAEA9A665D1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3">
                <a:extLst>
                  <a:ext uri="{FF2B5EF4-FFF2-40B4-BE49-F238E27FC236}">
                    <a16:creationId xmlns:a16="http://schemas.microsoft.com/office/drawing/2014/main" id="{302B406E-628F-5797-F4E4-BE7DA896E0E7}"/>
                  </a:ext>
                </a:extLst>
              </p:cNvPr>
              <p:cNvSpPr/>
              <p:nvPr/>
            </p:nvSpPr>
            <p:spPr>
              <a:xfrm>
                <a:off x="2251237" y="3930077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 13">
                <a:extLst>
                  <a:ext uri="{FF2B5EF4-FFF2-40B4-BE49-F238E27FC236}">
                    <a16:creationId xmlns:a16="http://schemas.microsoft.com/office/drawing/2014/main" id="{302B406E-628F-5797-F4E4-BE7DA896E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237" y="3930077"/>
                <a:ext cx="362178" cy="277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AB1F65-9F0B-9073-0538-A1E1268C05D1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1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4C9713C-FE67-6976-5460-99496246634E}"/>
              </a:ext>
            </a:extLst>
          </p:cNvPr>
          <p:cNvSpPr/>
          <p:nvPr/>
        </p:nvSpPr>
        <p:spPr>
          <a:xfrm>
            <a:off x="2039014" y="3494711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63EDBF9-88A3-E495-4F06-5D5DF6417988}"/>
              </a:ext>
            </a:extLst>
          </p:cNvPr>
          <p:cNvSpPr/>
          <p:nvPr/>
        </p:nvSpPr>
        <p:spPr>
          <a:xfrm>
            <a:off x="5589635" y="349471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3">
                <a:extLst>
                  <a:ext uri="{FF2B5EF4-FFF2-40B4-BE49-F238E27FC236}">
                    <a16:creationId xmlns:a16="http://schemas.microsoft.com/office/drawing/2014/main" id="{1636D4F5-BBD9-3F1C-A06F-5CBE627F4D95}"/>
                  </a:ext>
                </a:extLst>
              </p:cNvPr>
              <p:cNvSpPr/>
              <p:nvPr/>
            </p:nvSpPr>
            <p:spPr>
              <a:xfrm>
                <a:off x="6613338" y="3955628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 13">
                <a:extLst>
                  <a:ext uri="{FF2B5EF4-FFF2-40B4-BE49-F238E27FC236}">
                    <a16:creationId xmlns:a16="http://schemas.microsoft.com/office/drawing/2014/main" id="{1636D4F5-BBD9-3F1C-A06F-5CBE627F4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338" y="3955628"/>
                <a:ext cx="362178" cy="277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104B791-5535-250D-DDD0-1509BA6BAD05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C56E60E-D8C1-FAD1-60C1-40229AC7376F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AC22C29-E586-9D48-8AFF-CAC3FDD4E071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F87FAF83-C221-14E8-0FD2-DDF2C1A975A0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179746-9233-7214-3892-552B56E68AE5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128647E3-6D2F-895C-B54B-49026CABC883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DFAC3019-BA29-C02D-29EE-17448FB41512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0FAA63C5-4B99-964F-F330-C74779F52502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972107C2-DB1C-B8AB-9211-47C58010C9BB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B102A8-59D7-8623-0C13-BBEAF999C346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A79DD3-EB78-F072-E04B-3CA5462898F7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4691D7-4E74-8735-D6E3-EA85C41FA635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8EBD179-5858-CA2D-96D6-A44E571F2522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58CD4CCF-B07E-B221-7E03-1B7A756F06F0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471C885-0F0C-36EF-E748-AD428B33E16C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FA48786E-E3A3-038E-F382-8D5B75069918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6F49DC-BFEB-269A-C053-56E09399D89F}"/>
              </a:ext>
            </a:extLst>
          </p:cNvPr>
          <p:cNvGrpSpPr/>
          <p:nvPr/>
        </p:nvGrpSpPr>
        <p:grpSpPr>
          <a:xfrm>
            <a:off x="814718" y="4537052"/>
            <a:ext cx="3148133" cy="969273"/>
            <a:chOff x="816919" y="4537052"/>
            <a:chExt cx="3148133" cy="969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2EC018-6AC7-1D71-A91F-946F48E0CD91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245645-CA35-CECE-312C-8117FFF3429A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2FF0F2-8B17-5B04-6771-2FF604AEAAC9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CB6644-E562-13F4-AB44-1E99E4445E63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9B766A-40B4-7ABF-3EB9-708363565B88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74F304-DB70-1727-93FA-7B413AB3C087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A1EB0E-02AA-A61B-5A42-3AB7E6FEC064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03A6F6-D014-E5C9-E926-BB006E82016D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912CCF-6B72-977C-364C-5A4A22C6FD5B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D9DB91-5C89-A0BF-01C3-FA1BD4E03EF0}"/>
              </a:ext>
            </a:extLst>
          </p:cNvPr>
          <p:cNvGrpSpPr/>
          <p:nvPr/>
        </p:nvGrpSpPr>
        <p:grpSpPr>
          <a:xfrm>
            <a:off x="5228004" y="4554737"/>
            <a:ext cx="3148133" cy="969273"/>
            <a:chOff x="816919" y="4537052"/>
            <a:chExt cx="3148133" cy="96927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FE6A92-3BE4-D1C9-2791-51E424DA7CA9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B0FAE2-74DD-A806-A5EA-45F9B7F3A132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964888-65CC-4F41-8140-27B04EA963A3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9A23254-74BE-909B-4B04-86AE6497DDA6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3225D-6A2E-24D1-5C05-7CCC0EA2469C}"/>
                </a:ext>
              </a:extLst>
            </p:cNvPr>
            <p:cNvSpPr txBox="1"/>
            <p:nvPr/>
          </p:nvSpPr>
          <p:spPr>
            <a:xfrm>
              <a:off x="2312317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B5205B-C44B-7194-5A88-5296A67C2D53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5FFC90-5C25-5B70-9664-923E27383B0A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EC3CEF-A0C2-FEF9-8812-F6934949CFCD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1F9A02B-7A73-6C66-BDA0-FE48BF2FF23B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E1BD9F-E2FA-4A3A-575B-D53546F562DC}"/>
              </a:ext>
            </a:extLst>
          </p:cNvPr>
          <p:cNvGrpSpPr/>
          <p:nvPr/>
        </p:nvGrpSpPr>
        <p:grpSpPr>
          <a:xfrm>
            <a:off x="849803" y="6017253"/>
            <a:ext cx="3127248" cy="274320"/>
            <a:chOff x="849803" y="4111122"/>
            <a:chExt cx="3127248" cy="27432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4A22841-5A9B-50ED-DF5B-21642EF26B1B}"/>
                </a:ext>
              </a:extLst>
            </p:cNvPr>
            <p:cNvSpPr/>
            <p:nvPr/>
          </p:nvSpPr>
          <p:spPr>
            <a:xfrm>
              <a:off x="84980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E6007BD-4207-1501-E416-7F1D51C3E442}"/>
                </a:ext>
              </a:extLst>
            </p:cNvPr>
            <p:cNvSpPr/>
            <p:nvPr/>
          </p:nvSpPr>
          <p:spPr>
            <a:xfrm>
              <a:off x="1023539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6C226DA-45FA-80C2-6398-4DFB7FA8E008}"/>
                </a:ext>
              </a:extLst>
            </p:cNvPr>
            <p:cNvSpPr/>
            <p:nvPr/>
          </p:nvSpPr>
          <p:spPr>
            <a:xfrm>
              <a:off x="119727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819EAFB-B278-BA56-7436-CD5B39A006B2}"/>
                </a:ext>
              </a:extLst>
            </p:cNvPr>
            <p:cNvSpPr/>
            <p:nvPr/>
          </p:nvSpPr>
          <p:spPr>
            <a:xfrm>
              <a:off x="1371011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093DF1B-10CC-8AEA-21F4-437E18813254}"/>
                </a:ext>
              </a:extLst>
            </p:cNvPr>
            <p:cNvSpPr/>
            <p:nvPr/>
          </p:nvSpPr>
          <p:spPr>
            <a:xfrm>
              <a:off x="1550876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D4101AA-890D-9111-A8FD-101D2514C6EF}"/>
                </a:ext>
              </a:extLst>
            </p:cNvPr>
            <p:cNvSpPr/>
            <p:nvPr/>
          </p:nvSpPr>
          <p:spPr>
            <a:xfrm>
              <a:off x="1718483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1963966-81E0-4CBD-ED29-26D24A339215}"/>
                </a:ext>
              </a:extLst>
            </p:cNvPr>
            <p:cNvSpPr/>
            <p:nvPr/>
          </p:nvSpPr>
          <p:spPr>
            <a:xfrm>
              <a:off x="1898348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5838F4B-03F7-54A1-0DE5-B81B8505FD67}"/>
                </a:ext>
              </a:extLst>
            </p:cNvPr>
            <p:cNvSpPr/>
            <p:nvPr/>
          </p:nvSpPr>
          <p:spPr>
            <a:xfrm>
              <a:off x="2065955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439A3BB-A3BF-CC9A-AB74-D9FB49793FEC}"/>
                </a:ext>
              </a:extLst>
            </p:cNvPr>
            <p:cNvSpPr/>
            <p:nvPr/>
          </p:nvSpPr>
          <p:spPr>
            <a:xfrm>
              <a:off x="2239691" y="411112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6611E7E-9565-60D2-7AE1-95B48A07B1D6}"/>
                </a:ext>
              </a:extLst>
            </p:cNvPr>
            <p:cNvSpPr/>
            <p:nvPr/>
          </p:nvSpPr>
          <p:spPr>
            <a:xfrm>
              <a:off x="2413427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EC3EE5F-038E-C86D-5D42-F3FDB665F6C3}"/>
                </a:ext>
              </a:extLst>
            </p:cNvPr>
            <p:cNvSpPr/>
            <p:nvPr/>
          </p:nvSpPr>
          <p:spPr>
            <a:xfrm>
              <a:off x="2593292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F4623AE-A174-1D14-7994-0EE8CB1326A2}"/>
                </a:ext>
              </a:extLst>
            </p:cNvPr>
            <p:cNvSpPr/>
            <p:nvPr/>
          </p:nvSpPr>
          <p:spPr>
            <a:xfrm>
              <a:off x="2754770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705B351-7A6F-6F42-26F5-01232CEEE7D1}"/>
                </a:ext>
              </a:extLst>
            </p:cNvPr>
            <p:cNvSpPr/>
            <p:nvPr/>
          </p:nvSpPr>
          <p:spPr>
            <a:xfrm>
              <a:off x="2934635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58B7726-4C04-A41C-93C8-BE7924F89A19}"/>
                </a:ext>
              </a:extLst>
            </p:cNvPr>
            <p:cNvSpPr/>
            <p:nvPr/>
          </p:nvSpPr>
          <p:spPr>
            <a:xfrm>
              <a:off x="3102242" y="4111122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E38BB92-69F8-C052-EC7A-45C1501A39AB}"/>
                </a:ext>
              </a:extLst>
            </p:cNvPr>
            <p:cNvSpPr/>
            <p:nvPr/>
          </p:nvSpPr>
          <p:spPr>
            <a:xfrm>
              <a:off x="3282107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A399F58-B58E-2343-402F-B36BD357A600}"/>
                </a:ext>
              </a:extLst>
            </p:cNvPr>
            <p:cNvSpPr/>
            <p:nvPr/>
          </p:nvSpPr>
          <p:spPr>
            <a:xfrm>
              <a:off x="3455843" y="411112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FA22ADA-6F4B-C488-CBEA-EC0BB1B6A0DA}"/>
                </a:ext>
              </a:extLst>
            </p:cNvPr>
            <p:cNvSpPr/>
            <p:nvPr/>
          </p:nvSpPr>
          <p:spPr>
            <a:xfrm>
              <a:off x="3629579" y="4111122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302B51B-A408-28D0-330F-E5F9FBFF75EC}"/>
                </a:ext>
              </a:extLst>
            </p:cNvPr>
            <p:cNvSpPr/>
            <p:nvPr/>
          </p:nvSpPr>
          <p:spPr>
            <a:xfrm>
              <a:off x="3803315" y="4111122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A43BFB7-EDBC-3979-996C-F839BB1CB41B}"/>
                </a:ext>
              </a:extLst>
            </p:cNvPr>
            <p:cNvSpPr/>
            <p:nvPr/>
          </p:nvSpPr>
          <p:spPr>
            <a:xfrm>
              <a:off x="849803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1AED787-AC3F-7124-8A4A-6D9025858F4E}"/>
                </a:ext>
              </a:extLst>
            </p:cNvPr>
            <p:cNvSpPr/>
            <p:nvPr/>
          </p:nvSpPr>
          <p:spPr>
            <a:xfrm>
              <a:off x="119727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EE2FF12-7D35-8B70-8A8B-99D347C1BA6E}"/>
                </a:ext>
              </a:extLst>
            </p:cNvPr>
            <p:cNvSpPr/>
            <p:nvPr/>
          </p:nvSpPr>
          <p:spPr>
            <a:xfrm>
              <a:off x="1550876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0DF6DDB-4C8E-E9D1-2E76-B613939225FD}"/>
                </a:ext>
              </a:extLst>
            </p:cNvPr>
            <p:cNvSpPr/>
            <p:nvPr/>
          </p:nvSpPr>
          <p:spPr>
            <a:xfrm>
              <a:off x="1892219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5F90F7E-7664-5670-A19D-57639B4EE3BC}"/>
                </a:ext>
              </a:extLst>
            </p:cNvPr>
            <p:cNvSpPr/>
            <p:nvPr/>
          </p:nvSpPr>
          <p:spPr>
            <a:xfrm>
              <a:off x="2239691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2B7EBD9-B291-9274-BEC9-53B5F2535F9B}"/>
                </a:ext>
              </a:extLst>
            </p:cNvPr>
            <p:cNvSpPr/>
            <p:nvPr/>
          </p:nvSpPr>
          <p:spPr>
            <a:xfrm>
              <a:off x="2587163" y="4111122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0435A7B-63CB-7E2F-5F9E-12FA4F044508}"/>
                </a:ext>
              </a:extLst>
            </p:cNvPr>
            <p:cNvSpPr/>
            <p:nvPr/>
          </p:nvSpPr>
          <p:spPr>
            <a:xfrm>
              <a:off x="2934635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EACF2DC-20A2-7D03-DB2B-7A99AF42C4C9}"/>
                </a:ext>
              </a:extLst>
            </p:cNvPr>
            <p:cNvSpPr/>
            <p:nvPr/>
          </p:nvSpPr>
          <p:spPr>
            <a:xfrm>
              <a:off x="3282107" y="411112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81117E4-378F-6BAB-CFB9-51E5EC2623C3}"/>
                </a:ext>
              </a:extLst>
            </p:cNvPr>
            <p:cNvSpPr/>
            <p:nvPr/>
          </p:nvSpPr>
          <p:spPr>
            <a:xfrm>
              <a:off x="3629579" y="411112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A51C018-4B80-1D5F-40F8-BC8B3F051543}"/>
              </a:ext>
            </a:extLst>
          </p:cNvPr>
          <p:cNvGrpSpPr/>
          <p:nvPr/>
        </p:nvGrpSpPr>
        <p:grpSpPr>
          <a:xfrm>
            <a:off x="5212719" y="6017673"/>
            <a:ext cx="3127248" cy="274320"/>
            <a:chOff x="5029568" y="4043708"/>
            <a:chExt cx="3127248" cy="27432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C0CE1DA-0992-F89E-CE18-897729A70A1E}"/>
                </a:ext>
              </a:extLst>
            </p:cNvPr>
            <p:cNvSpPr/>
            <p:nvPr/>
          </p:nvSpPr>
          <p:spPr>
            <a:xfrm>
              <a:off x="502956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3DB4CB3-6FA4-10A6-CFD2-6AF91C0FD95C}"/>
                </a:ext>
              </a:extLst>
            </p:cNvPr>
            <p:cNvSpPr/>
            <p:nvPr/>
          </p:nvSpPr>
          <p:spPr>
            <a:xfrm>
              <a:off x="5203304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AFD4039-CFD5-7C5F-182A-4E2D48196EBB}"/>
                </a:ext>
              </a:extLst>
            </p:cNvPr>
            <p:cNvSpPr/>
            <p:nvPr/>
          </p:nvSpPr>
          <p:spPr>
            <a:xfrm>
              <a:off x="5377040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E995931-A6FA-7E68-2AB5-F5239CCA4CDE}"/>
                </a:ext>
              </a:extLst>
            </p:cNvPr>
            <p:cNvSpPr/>
            <p:nvPr/>
          </p:nvSpPr>
          <p:spPr>
            <a:xfrm>
              <a:off x="5550776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1620253-B3C2-CFBC-8D70-89FF48C36A17}"/>
                </a:ext>
              </a:extLst>
            </p:cNvPr>
            <p:cNvSpPr/>
            <p:nvPr/>
          </p:nvSpPr>
          <p:spPr>
            <a:xfrm>
              <a:off x="572451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68D9FD2-07AA-38A8-C37F-F8BCE3EBA662}"/>
                </a:ext>
              </a:extLst>
            </p:cNvPr>
            <p:cNvSpPr/>
            <p:nvPr/>
          </p:nvSpPr>
          <p:spPr>
            <a:xfrm>
              <a:off x="5892119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78355D3-D08B-3ACE-EE60-321A27C00BA7}"/>
                </a:ext>
              </a:extLst>
            </p:cNvPr>
            <p:cNvSpPr/>
            <p:nvPr/>
          </p:nvSpPr>
          <p:spPr>
            <a:xfrm>
              <a:off x="6071984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dirty="0">
                <a:solidFill>
                  <a:srgbClr val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8D09038-5398-EE86-A4AA-6B159729F814}"/>
                </a:ext>
              </a:extLst>
            </p:cNvPr>
            <p:cNvSpPr/>
            <p:nvPr/>
          </p:nvSpPr>
          <p:spPr>
            <a:xfrm>
              <a:off x="6239591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15CEAB1-D2E8-3EF6-3705-BA492A6956E9}"/>
                </a:ext>
              </a:extLst>
            </p:cNvPr>
            <p:cNvSpPr/>
            <p:nvPr/>
          </p:nvSpPr>
          <p:spPr>
            <a:xfrm>
              <a:off x="6419456" y="4043708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FAD0FB1-6CDC-B037-FA5D-7DE83EDA1BB1}"/>
                </a:ext>
              </a:extLst>
            </p:cNvPr>
            <p:cNvSpPr/>
            <p:nvPr/>
          </p:nvSpPr>
          <p:spPr>
            <a:xfrm>
              <a:off x="6593192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AF0CEA9-2F6D-C5B5-F1FE-4462C66A2C6D}"/>
                </a:ext>
              </a:extLst>
            </p:cNvPr>
            <p:cNvSpPr/>
            <p:nvPr/>
          </p:nvSpPr>
          <p:spPr>
            <a:xfrm>
              <a:off x="6766928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6FAD6B4-4FCB-6773-5C17-E14213845FFB}"/>
                </a:ext>
              </a:extLst>
            </p:cNvPr>
            <p:cNvSpPr/>
            <p:nvPr/>
          </p:nvSpPr>
          <p:spPr>
            <a:xfrm>
              <a:off x="6934535" y="4043708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4447EEEC-0177-048D-A983-7454D2981117}"/>
                </a:ext>
              </a:extLst>
            </p:cNvPr>
            <p:cNvSpPr/>
            <p:nvPr/>
          </p:nvSpPr>
          <p:spPr>
            <a:xfrm>
              <a:off x="711440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3E2D178D-5D97-E2C9-36BD-3309B96B8FE9}"/>
                </a:ext>
              </a:extLst>
            </p:cNvPr>
            <p:cNvSpPr/>
            <p:nvPr/>
          </p:nvSpPr>
          <p:spPr>
            <a:xfrm>
              <a:off x="7282007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93D69F3-9F1D-BDCD-2735-A34829252884}"/>
                </a:ext>
              </a:extLst>
            </p:cNvPr>
            <p:cNvSpPr/>
            <p:nvPr/>
          </p:nvSpPr>
          <p:spPr>
            <a:xfrm>
              <a:off x="7461872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2EABC88A-A5DC-14EC-3E35-2491D1376A1E}"/>
                </a:ext>
              </a:extLst>
            </p:cNvPr>
            <p:cNvSpPr/>
            <p:nvPr/>
          </p:nvSpPr>
          <p:spPr>
            <a:xfrm>
              <a:off x="7635608" y="4043708"/>
              <a:ext cx="173736" cy="27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BC12CF8-F05B-4AA3-8704-04A5878FED19}"/>
                </a:ext>
              </a:extLst>
            </p:cNvPr>
            <p:cNvSpPr/>
            <p:nvPr/>
          </p:nvSpPr>
          <p:spPr>
            <a:xfrm>
              <a:off x="7809344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86A4C11-9C88-22E7-9138-AA239F1E03E9}"/>
                </a:ext>
              </a:extLst>
            </p:cNvPr>
            <p:cNvSpPr/>
            <p:nvPr/>
          </p:nvSpPr>
          <p:spPr>
            <a:xfrm>
              <a:off x="7983080" y="4043708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19FC654-F02F-0D7D-E132-C4CC75D93000}"/>
                </a:ext>
              </a:extLst>
            </p:cNvPr>
            <p:cNvSpPr/>
            <p:nvPr/>
          </p:nvSpPr>
          <p:spPr>
            <a:xfrm>
              <a:off x="5029568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94A0C77-2ECC-78FE-07D2-1144707A0705}"/>
                </a:ext>
              </a:extLst>
            </p:cNvPr>
            <p:cNvSpPr/>
            <p:nvPr/>
          </p:nvSpPr>
          <p:spPr>
            <a:xfrm>
              <a:off x="5377040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912F55F-36A0-2AF5-36BF-1AFD212D8A86}"/>
                </a:ext>
              </a:extLst>
            </p:cNvPr>
            <p:cNvSpPr/>
            <p:nvPr/>
          </p:nvSpPr>
          <p:spPr>
            <a:xfrm>
              <a:off x="5724512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7EDE71AC-D787-0AA6-78AF-57153838274B}"/>
                </a:ext>
              </a:extLst>
            </p:cNvPr>
            <p:cNvSpPr/>
            <p:nvPr/>
          </p:nvSpPr>
          <p:spPr>
            <a:xfrm>
              <a:off x="6065855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7BE75C4-335B-E917-68DA-71E6B17662CC}"/>
                </a:ext>
              </a:extLst>
            </p:cNvPr>
            <p:cNvSpPr/>
            <p:nvPr/>
          </p:nvSpPr>
          <p:spPr>
            <a:xfrm>
              <a:off x="6419456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F83FBF7-5E3A-C915-88DB-8D174ED5B673}"/>
                </a:ext>
              </a:extLst>
            </p:cNvPr>
            <p:cNvSpPr/>
            <p:nvPr/>
          </p:nvSpPr>
          <p:spPr>
            <a:xfrm>
              <a:off x="6766928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A5F7E34-6653-6D12-B1AE-9C4B418F1984}"/>
                </a:ext>
              </a:extLst>
            </p:cNvPr>
            <p:cNvSpPr/>
            <p:nvPr/>
          </p:nvSpPr>
          <p:spPr>
            <a:xfrm>
              <a:off x="7114400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4D8546D-D4B8-03C2-BAD9-AEBCB625767E}"/>
                </a:ext>
              </a:extLst>
            </p:cNvPr>
            <p:cNvSpPr/>
            <p:nvPr/>
          </p:nvSpPr>
          <p:spPr>
            <a:xfrm>
              <a:off x="7461872" y="4043708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151C1BD-B0BD-8A3F-852A-93ECEC510EDF}"/>
                </a:ext>
              </a:extLst>
            </p:cNvPr>
            <p:cNvSpPr/>
            <p:nvPr/>
          </p:nvSpPr>
          <p:spPr>
            <a:xfrm>
              <a:off x="7809344" y="4043708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EC5339F4-7C22-4BAC-78B5-7854641B8539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3DEE185-C17E-AC75-7D6C-96617BB2C325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401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AE3C-CB58-A085-344C-DE99D05D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A22FEF-11FC-4B40-D1CD-383964D2D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701" y="3552648"/>
            <a:ext cx="4573637" cy="234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F65D26-A114-A3AB-BFCB-D5F76A48D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" y="3528000"/>
            <a:ext cx="4672756" cy="23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7B26A2-3292-88A2-BDED-E7EE5802C994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D93D76-420D-CE1E-97E7-ED3D36FBC551}"/>
                  </a:ext>
                </a:extLst>
              </p:cNvPr>
              <p:cNvSpPr txBox="1"/>
              <p:nvPr/>
            </p:nvSpPr>
            <p:spPr>
              <a:xfrm>
                <a:off x="2183933" y="3569716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D581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D581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D581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D581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D581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>
                  <a:solidFill>
                    <a:srgbClr val="D58138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D93D76-420D-CE1E-97E7-ED3D36FB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933" y="3569716"/>
                <a:ext cx="438912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13">
                <a:extLst>
                  <a:ext uri="{FF2B5EF4-FFF2-40B4-BE49-F238E27FC236}">
                    <a16:creationId xmlns:a16="http://schemas.microsoft.com/office/drawing/2014/main" id="{0989ACFE-5FBD-5ED8-B9F1-F7BA72861634}"/>
                  </a:ext>
                </a:extLst>
              </p:cNvPr>
              <p:cNvSpPr/>
              <p:nvPr/>
            </p:nvSpPr>
            <p:spPr>
              <a:xfrm>
                <a:off x="2236852" y="3987648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13">
                <a:extLst>
                  <a:ext uri="{FF2B5EF4-FFF2-40B4-BE49-F238E27FC236}">
                    <a16:creationId xmlns:a16="http://schemas.microsoft.com/office/drawing/2014/main" id="{0989ACFE-5FBD-5ED8-B9F1-F7BA728616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52" y="3987648"/>
                <a:ext cx="362178" cy="277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E9A4C5-61E9-C091-3EFB-47F8BC81345E}"/>
              </a:ext>
            </a:extLst>
          </p:cNvPr>
          <p:cNvSpPr txBox="1"/>
          <p:nvPr/>
        </p:nvSpPr>
        <p:spPr>
          <a:xfrm>
            <a:off x="124379" y="3041654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Step </a:t>
            </a:r>
            <a:r>
              <a:rPr lang="de-DE" b="1" i="1" dirty="0">
                <a:solidFill>
                  <a:srgbClr val="C50C1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 = 1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51A76C0-DE6E-A8BC-25B2-C68E1CA5C1D1}"/>
              </a:ext>
            </a:extLst>
          </p:cNvPr>
          <p:cNvSpPr/>
          <p:nvPr/>
        </p:nvSpPr>
        <p:spPr>
          <a:xfrm>
            <a:off x="1998314" y="3277197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E3E048-5D53-F406-02F6-EEE52E7BCD64}"/>
                  </a:ext>
                </a:extLst>
              </p:cNvPr>
              <p:cNvSpPr txBox="1"/>
              <p:nvPr/>
            </p:nvSpPr>
            <p:spPr>
              <a:xfrm>
                <a:off x="7158209" y="4707029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2C87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2C873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E3E048-5D53-F406-02F6-EEE52E7BC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209" y="4707029"/>
                <a:ext cx="4389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424812-176A-B9B8-FA6D-2A5AF9920165}"/>
                  </a:ext>
                </a:extLst>
              </p:cNvPr>
              <p:cNvSpPr txBox="1"/>
              <p:nvPr/>
            </p:nvSpPr>
            <p:spPr>
              <a:xfrm>
                <a:off x="5917865" y="4674049"/>
                <a:ext cx="438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𝑹</m:t>
                          </m:r>
                        </m:e>
                        <m:sub>
                          <m:r>
                            <a:rPr lang="de-DE" sz="1800" b="1" i="1" dirty="0" smtClean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𝟎</m:t>
                          </m:r>
                        </m:sub>
                        <m:sup>
                          <m:r>
                            <a:rPr lang="de-DE" sz="1800" b="1" i="1" dirty="0">
                              <a:solidFill>
                                <a:srgbClr val="C832D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𝒓</m:t>
                          </m:r>
                        </m:sup>
                      </m:sSubSup>
                      <m:r>
                        <a:rPr lang="de-DE" sz="1800" b="1" i="1" dirty="0">
                          <a:solidFill>
                            <a:srgbClr val="C832D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de-DE" b="1" dirty="0">
                  <a:solidFill>
                    <a:srgbClr val="C832D3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424812-176A-B9B8-FA6D-2A5AF9920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865" y="4674049"/>
                <a:ext cx="438912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13">
                <a:extLst>
                  <a:ext uri="{FF2B5EF4-FFF2-40B4-BE49-F238E27FC236}">
                    <a16:creationId xmlns:a16="http://schemas.microsoft.com/office/drawing/2014/main" id="{6B20BFA9-4B31-2A9A-6EE0-786BFDCDF652}"/>
                  </a:ext>
                </a:extLst>
              </p:cNvPr>
              <p:cNvSpPr/>
              <p:nvPr/>
            </p:nvSpPr>
            <p:spPr>
              <a:xfrm>
                <a:off x="6600013" y="3987222"/>
                <a:ext cx="362178" cy="2775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 13">
                <a:extLst>
                  <a:ext uri="{FF2B5EF4-FFF2-40B4-BE49-F238E27FC236}">
                    <a16:creationId xmlns:a16="http://schemas.microsoft.com/office/drawing/2014/main" id="{6B20BFA9-4B31-2A9A-6EE0-786BFDCDF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13" y="3987222"/>
                <a:ext cx="362178" cy="277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B2E7095-6C14-414B-2D07-430464ADAC4D}"/>
              </a:ext>
            </a:extLst>
          </p:cNvPr>
          <p:cNvSpPr txBox="1"/>
          <p:nvPr/>
        </p:nvSpPr>
        <p:spPr>
          <a:xfrm>
            <a:off x="1625574" y="5615649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nodes seen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462DA3-1BB5-8A12-6D06-633A8EEDD5F9}"/>
              </a:ext>
            </a:extLst>
          </p:cNvPr>
          <p:cNvSpPr txBox="1"/>
          <p:nvPr/>
        </p:nvSpPr>
        <p:spPr>
          <a:xfrm>
            <a:off x="5984570" y="5298630"/>
            <a:ext cx="194691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nodes seen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collective</a:t>
            </a:r>
            <a:endParaRPr b="1" i="1" dirty="0">
              <a:solidFill>
                <a:srgbClr val="C50C1E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B466697-27E4-DFB7-DB1A-706E57CC3753}"/>
              </a:ext>
            </a:extLst>
          </p:cNvPr>
          <p:cNvSpPr/>
          <p:nvPr/>
        </p:nvSpPr>
        <p:spPr>
          <a:xfrm>
            <a:off x="5548935" y="3323261"/>
            <a:ext cx="2421939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Doubling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F24BE9-4B27-4363-6673-BFB465A9C39E}"/>
              </a:ext>
            </a:extLst>
          </p:cNvPr>
          <p:cNvSpPr/>
          <p:nvPr/>
        </p:nvSpPr>
        <p:spPr>
          <a:xfrm>
            <a:off x="202184" y="2238558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29EC946-B6A5-D664-36D2-A8635E1CAA71}"/>
              </a:ext>
            </a:extLst>
          </p:cNvPr>
          <p:cNvSpPr/>
          <p:nvPr/>
        </p:nvSpPr>
        <p:spPr>
          <a:xfrm>
            <a:off x="722491" y="1172872"/>
            <a:ext cx="3575662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8E597DE-CDF0-5E05-58E6-DCC4C5826F16}"/>
              </a:ext>
            </a:extLst>
          </p:cNvPr>
          <p:cNvSpPr/>
          <p:nvPr/>
        </p:nvSpPr>
        <p:spPr>
          <a:xfrm>
            <a:off x="722491" y="1482317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F97C2763-C904-CFD9-FE5A-0F3B4A2C6947}"/>
              </a:ext>
            </a:extLst>
          </p:cNvPr>
          <p:cNvSpPr/>
          <p:nvPr/>
        </p:nvSpPr>
        <p:spPr>
          <a:xfrm>
            <a:off x="152400" y="21943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C84CDE88-7592-7EF6-ADA8-63DEB627DD9B}"/>
              </a:ext>
            </a:extLst>
          </p:cNvPr>
          <p:cNvSpPr/>
          <p:nvPr/>
        </p:nvSpPr>
        <p:spPr>
          <a:xfrm>
            <a:off x="5163162" y="1443098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68FAD31-48DF-73D4-96C1-25BE99479557}"/>
              </a:ext>
            </a:extLst>
          </p:cNvPr>
          <p:cNvSpPr/>
          <p:nvPr/>
        </p:nvSpPr>
        <p:spPr>
          <a:xfrm>
            <a:off x="5157574" y="1183293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6FC856A-4DF9-2763-E24F-FD279950B99C}"/>
              </a:ext>
            </a:extLst>
          </p:cNvPr>
          <p:cNvSpPr/>
          <p:nvPr/>
        </p:nvSpPr>
        <p:spPr>
          <a:xfrm>
            <a:off x="734033" y="2191050"/>
            <a:ext cx="3709863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66C6A4E3-0E58-AFE1-CA0B-8AF4E45D3641}"/>
              </a:ext>
            </a:extLst>
          </p:cNvPr>
          <p:cNvSpPr/>
          <p:nvPr/>
        </p:nvSpPr>
        <p:spPr>
          <a:xfrm>
            <a:off x="5173841" y="2180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C9059F48-3DA3-25DA-3160-F2AF3F905E0A}"/>
              </a:ext>
            </a:extLst>
          </p:cNvPr>
          <p:cNvSpPr/>
          <p:nvPr/>
        </p:nvSpPr>
        <p:spPr>
          <a:xfrm>
            <a:off x="5179428" y="2573381"/>
            <a:ext cx="3812171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log₃ n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</a:t>
            </a:r>
            <a:r>
              <a:rPr lang="en-US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72ED00-098F-B534-323B-DF59A26955BE}"/>
              </a:ext>
            </a:extLst>
          </p:cNvPr>
          <p:cNvSpPr/>
          <p:nvPr/>
        </p:nvSpPr>
        <p:spPr>
          <a:xfrm>
            <a:off x="4636403" y="2227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375DBA9-6C50-7C2A-092C-034C42F93D85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EBC93AC-7FA7-5F6C-796C-FDABD795600E}"/>
              </a:ext>
            </a:extLst>
          </p:cNvPr>
          <p:cNvSpPr/>
          <p:nvPr/>
        </p:nvSpPr>
        <p:spPr>
          <a:xfrm>
            <a:off x="4625722" y="1230801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1741F2DF-07DF-2633-1101-A1A82E38AAC9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749EF606-144D-8169-5476-3DA4CEC17150}"/>
              </a:ext>
            </a:extLst>
          </p:cNvPr>
          <p:cNvSpPr/>
          <p:nvPr/>
        </p:nvSpPr>
        <p:spPr>
          <a:xfrm>
            <a:off x="4572000" y="117293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11C46C98-C0CB-B163-34B7-7C166F53A6CD}"/>
              </a:ext>
            </a:extLst>
          </p:cNvPr>
          <p:cNvSpPr/>
          <p:nvPr/>
        </p:nvSpPr>
        <p:spPr>
          <a:xfrm>
            <a:off x="4592207" y="2185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8150BC74-2B22-DDE6-5CD4-C774C81D8EAE}"/>
              </a:ext>
            </a:extLst>
          </p:cNvPr>
          <p:cNvSpPr/>
          <p:nvPr/>
        </p:nvSpPr>
        <p:spPr>
          <a:xfrm>
            <a:off x="734034" y="2470443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equals </a:t>
            </a:r>
            <a:r>
              <a:rPr lang="en-US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3ᵏ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step</a:t>
            </a:r>
            <a:r>
              <a:rPr lang="en-US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-120"/>
              </a:rPr>
              <a:t>k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C24C341-5DA6-8ED7-A4A1-31A500D10222}"/>
              </a:ext>
            </a:extLst>
          </p:cNvPr>
          <p:cNvGrpSpPr/>
          <p:nvPr/>
        </p:nvGrpSpPr>
        <p:grpSpPr>
          <a:xfrm>
            <a:off x="816219" y="4537052"/>
            <a:ext cx="3148133" cy="969273"/>
            <a:chOff x="816919" y="4537052"/>
            <a:chExt cx="3148133" cy="96927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431D54-8D7D-087D-5E39-05AFEFB7EF83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258E24-C221-CF7C-5896-493550EEDD52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C802A3-7E58-6139-6298-5986A1DEADF3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B09AB4-F6DB-A54D-F8FA-8F808C5B6539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 dirty="0">
                  <a:latin typeface="Arial"/>
                  <a:cs typeface="Arial"/>
                </a:rPr>
                <a:t>4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A8CB15F-3748-EF10-5D68-6A7F4136E8C5}"/>
                </a:ext>
              </a:extLst>
            </p:cNvPr>
            <p:cNvSpPr txBox="1"/>
            <p:nvPr/>
          </p:nvSpPr>
          <p:spPr>
            <a:xfrm>
              <a:off x="2336832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22407E-0C96-FA48-7B83-2EBE16AF06A5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232A92-E1EB-2479-E0D0-88873AAF2CE1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EC86614-A3E1-DC80-2F42-55B1038B9117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ED1DB22-6EBC-D702-DFC0-AD6FF139FFA0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4DB1EF4-BD3F-BB02-899D-D0D7AB1F2F0E}"/>
              </a:ext>
            </a:extLst>
          </p:cNvPr>
          <p:cNvGrpSpPr/>
          <p:nvPr/>
        </p:nvGrpSpPr>
        <p:grpSpPr>
          <a:xfrm>
            <a:off x="5204358" y="4604466"/>
            <a:ext cx="3148133" cy="969273"/>
            <a:chOff x="816919" y="4537052"/>
            <a:chExt cx="3148133" cy="96927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FCD57C-3907-4819-0104-BEA3B6A01B22}"/>
                </a:ext>
              </a:extLst>
            </p:cNvPr>
            <p:cNvSpPr txBox="1"/>
            <p:nvPr/>
          </p:nvSpPr>
          <p:spPr>
            <a:xfrm>
              <a:off x="816919" y="52908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91349DB-0BCC-746E-E281-008CC4583B65}"/>
                </a:ext>
              </a:extLst>
            </p:cNvPr>
            <p:cNvSpPr txBox="1"/>
            <p:nvPr/>
          </p:nvSpPr>
          <p:spPr>
            <a:xfrm>
              <a:off x="1098838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2</a:t>
              </a:r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9255BD3-D6C6-227D-C6E1-4761C0003547}"/>
                </a:ext>
              </a:extLst>
            </p:cNvPr>
            <p:cNvSpPr txBox="1"/>
            <p:nvPr/>
          </p:nvSpPr>
          <p:spPr>
            <a:xfrm>
              <a:off x="1460430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97E4FA5-15CC-1079-5AD6-380FD26F079C}"/>
                </a:ext>
              </a:extLst>
            </p:cNvPr>
            <p:cNvSpPr txBox="1"/>
            <p:nvPr/>
          </p:nvSpPr>
          <p:spPr>
            <a:xfrm>
              <a:off x="1932340" y="458608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4</a:t>
              </a:r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79110D9-CFBB-5D70-EB83-959DFA3A1B55}"/>
                </a:ext>
              </a:extLst>
            </p:cNvPr>
            <p:cNvSpPr txBox="1"/>
            <p:nvPr/>
          </p:nvSpPr>
          <p:spPr>
            <a:xfrm>
              <a:off x="2312317" y="4537052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5</a:t>
              </a:r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E391A-46F2-A66F-086E-8B8CD36BE4FE}"/>
                </a:ext>
              </a:extLst>
            </p:cNvPr>
            <p:cNvSpPr txBox="1"/>
            <p:nvPr/>
          </p:nvSpPr>
          <p:spPr>
            <a:xfrm>
              <a:off x="2778098" y="4586081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6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F67868C-AF1E-D586-3FF9-BAF9FA2C38E8}"/>
                </a:ext>
              </a:extLst>
            </p:cNvPr>
            <p:cNvSpPr txBox="1"/>
            <p:nvPr/>
          </p:nvSpPr>
          <p:spPr>
            <a:xfrm>
              <a:off x="3225492" y="4751556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7</a:t>
              </a:r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447A286-DDAA-02AC-4FD7-6F44FDB322F5}"/>
                </a:ext>
              </a:extLst>
            </p:cNvPr>
            <p:cNvSpPr txBox="1"/>
            <p:nvPr/>
          </p:nvSpPr>
          <p:spPr>
            <a:xfrm>
              <a:off x="3556442" y="496606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8</a:t>
              </a:r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AEB4096-D632-E9F3-8CB9-1F972C86C051}"/>
                </a:ext>
              </a:extLst>
            </p:cNvPr>
            <p:cNvSpPr txBox="1"/>
            <p:nvPr/>
          </p:nvSpPr>
          <p:spPr>
            <a:xfrm>
              <a:off x="3832232" y="5290880"/>
              <a:ext cx="1328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1400">
                  <a:latin typeface="Arial"/>
                  <a:cs typeface="Arial"/>
                </a:rPr>
                <a:t>9</a:t>
              </a:r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CE166FF-E494-5C2F-DA14-9C23E2C02688}"/>
              </a:ext>
            </a:extLst>
          </p:cNvPr>
          <p:cNvGrpSpPr/>
          <p:nvPr/>
        </p:nvGrpSpPr>
        <p:grpSpPr>
          <a:xfrm>
            <a:off x="783279" y="6025926"/>
            <a:ext cx="3127248" cy="274320"/>
            <a:chOff x="837546" y="4601416"/>
            <a:chExt cx="3127248" cy="274320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8630402-02B2-0810-3AD6-3FAB3EBEC39C}"/>
                </a:ext>
              </a:extLst>
            </p:cNvPr>
            <p:cNvSpPr/>
            <p:nvPr/>
          </p:nvSpPr>
          <p:spPr>
            <a:xfrm>
              <a:off x="837546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8A5F358-40F1-B6EA-C648-79DCA995145B}"/>
                </a:ext>
              </a:extLst>
            </p:cNvPr>
            <p:cNvSpPr/>
            <p:nvPr/>
          </p:nvSpPr>
          <p:spPr>
            <a:xfrm>
              <a:off x="1011282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4447728-921E-6943-9967-BD4A75C4520A}"/>
                </a:ext>
              </a:extLst>
            </p:cNvPr>
            <p:cNvSpPr/>
            <p:nvPr/>
          </p:nvSpPr>
          <p:spPr>
            <a:xfrm>
              <a:off x="1185018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4EBDD49-6F74-6061-9A8F-193793B7010C}"/>
                </a:ext>
              </a:extLst>
            </p:cNvPr>
            <p:cNvSpPr/>
            <p:nvPr/>
          </p:nvSpPr>
          <p:spPr>
            <a:xfrm>
              <a:off x="1358754" y="4601416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7967CD6-6D76-1B45-9E04-34DAC774F0A2}"/>
                </a:ext>
              </a:extLst>
            </p:cNvPr>
            <p:cNvSpPr/>
            <p:nvPr/>
          </p:nvSpPr>
          <p:spPr>
            <a:xfrm>
              <a:off x="1538618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F90FC38-34DA-5929-8A97-EAF363F7311B}"/>
                </a:ext>
              </a:extLst>
            </p:cNvPr>
            <p:cNvSpPr/>
            <p:nvPr/>
          </p:nvSpPr>
          <p:spPr>
            <a:xfrm>
              <a:off x="1706226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CAE754C-5914-057B-64C1-9D51A3D1F6D5}"/>
                </a:ext>
              </a:extLst>
            </p:cNvPr>
            <p:cNvSpPr/>
            <p:nvPr/>
          </p:nvSpPr>
          <p:spPr>
            <a:xfrm>
              <a:off x="1886090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D4F659B-1EDF-BCB4-B8F9-BADE2C653671}"/>
                </a:ext>
              </a:extLst>
            </p:cNvPr>
            <p:cNvSpPr/>
            <p:nvPr/>
          </p:nvSpPr>
          <p:spPr>
            <a:xfrm>
              <a:off x="2053698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8CD2BF2-892F-B0AD-00F8-502BF4A7FE84}"/>
                </a:ext>
              </a:extLst>
            </p:cNvPr>
            <p:cNvSpPr/>
            <p:nvPr/>
          </p:nvSpPr>
          <p:spPr>
            <a:xfrm>
              <a:off x="2227434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FED8E82-1088-9D3B-E417-68F6A0B4A854}"/>
                </a:ext>
              </a:extLst>
            </p:cNvPr>
            <p:cNvSpPr/>
            <p:nvPr/>
          </p:nvSpPr>
          <p:spPr>
            <a:xfrm>
              <a:off x="2401170" y="4601416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2244314-89EF-BE56-1ADC-F1A23E1A3F95}"/>
                </a:ext>
              </a:extLst>
            </p:cNvPr>
            <p:cNvSpPr/>
            <p:nvPr/>
          </p:nvSpPr>
          <p:spPr>
            <a:xfrm>
              <a:off x="2581034" y="4601416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7015765-66DC-0499-9DD6-DA10F6D6CBA7}"/>
                </a:ext>
              </a:extLst>
            </p:cNvPr>
            <p:cNvSpPr/>
            <p:nvPr/>
          </p:nvSpPr>
          <p:spPr>
            <a:xfrm>
              <a:off x="2742513" y="4601416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E9E689-83D1-B6F1-775F-E75E09C05B9F}"/>
                </a:ext>
              </a:extLst>
            </p:cNvPr>
            <p:cNvSpPr/>
            <p:nvPr/>
          </p:nvSpPr>
          <p:spPr>
            <a:xfrm>
              <a:off x="2922378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8FB0198-4B7F-8DA6-E6E0-C11F6B6A170F}"/>
                </a:ext>
              </a:extLst>
            </p:cNvPr>
            <p:cNvSpPr/>
            <p:nvPr/>
          </p:nvSpPr>
          <p:spPr>
            <a:xfrm>
              <a:off x="3089985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1E46A43-628E-87D4-DBA9-4BA84D399816}"/>
                </a:ext>
              </a:extLst>
            </p:cNvPr>
            <p:cNvSpPr/>
            <p:nvPr/>
          </p:nvSpPr>
          <p:spPr>
            <a:xfrm>
              <a:off x="3269850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E8F8620-C18D-7C03-56C5-FA891EEAE550}"/>
                </a:ext>
              </a:extLst>
            </p:cNvPr>
            <p:cNvSpPr/>
            <p:nvPr/>
          </p:nvSpPr>
          <p:spPr>
            <a:xfrm>
              <a:off x="3443586" y="4601416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65D4F4F-44ED-2A06-E725-986E6E2D1460}"/>
                </a:ext>
              </a:extLst>
            </p:cNvPr>
            <p:cNvSpPr/>
            <p:nvPr/>
          </p:nvSpPr>
          <p:spPr>
            <a:xfrm>
              <a:off x="3617322" y="4601416"/>
              <a:ext cx="173736" cy="274320"/>
            </a:xfrm>
            <a:prstGeom prst="rect">
              <a:avLst/>
            </a:prstGeom>
            <a:solidFill>
              <a:srgbClr val="F2A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6B00EA4-E3CF-35A6-0B89-70549BD8D569}"/>
                </a:ext>
              </a:extLst>
            </p:cNvPr>
            <p:cNvSpPr/>
            <p:nvPr/>
          </p:nvSpPr>
          <p:spPr>
            <a:xfrm>
              <a:off x="3791058" y="4601416"/>
              <a:ext cx="173736" cy="27432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31C432-7BEE-99DE-2297-60F48914AA7C}"/>
                </a:ext>
              </a:extLst>
            </p:cNvPr>
            <p:cNvSpPr/>
            <p:nvPr/>
          </p:nvSpPr>
          <p:spPr>
            <a:xfrm>
              <a:off x="837546" y="4601416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E16F146-1FD7-F85E-1203-F38FA687AF1B}"/>
                </a:ext>
              </a:extLst>
            </p:cNvPr>
            <p:cNvSpPr/>
            <p:nvPr/>
          </p:nvSpPr>
          <p:spPr>
            <a:xfrm>
              <a:off x="1185018" y="4601416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0F777DC-55C8-5E29-D359-69CFE1E7E04F}"/>
                </a:ext>
              </a:extLst>
            </p:cNvPr>
            <p:cNvSpPr/>
            <p:nvPr/>
          </p:nvSpPr>
          <p:spPr>
            <a:xfrm>
              <a:off x="1538618" y="4601416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753B433-4E33-BB2D-0E78-1A66E13CB8DE}"/>
                </a:ext>
              </a:extLst>
            </p:cNvPr>
            <p:cNvSpPr/>
            <p:nvPr/>
          </p:nvSpPr>
          <p:spPr>
            <a:xfrm>
              <a:off x="1879962" y="4601416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A9C8D37-F90B-E1BC-B587-AA6FEB9AAEC2}"/>
                </a:ext>
              </a:extLst>
            </p:cNvPr>
            <p:cNvSpPr/>
            <p:nvPr/>
          </p:nvSpPr>
          <p:spPr>
            <a:xfrm>
              <a:off x="2227434" y="4601416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2BE9D4E-51AF-12C4-BA69-A2D444FCD141}"/>
                </a:ext>
              </a:extLst>
            </p:cNvPr>
            <p:cNvSpPr/>
            <p:nvPr/>
          </p:nvSpPr>
          <p:spPr>
            <a:xfrm>
              <a:off x="2574906" y="4601416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BE5BB1B-6246-861F-DBEA-73E485DAB80B}"/>
                </a:ext>
              </a:extLst>
            </p:cNvPr>
            <p:cNvSpPr/>
            <p:nvPr/>
          </p:nvSpPr>
          <p:spPr>
            <a:xfrm>
              <a:off x="2922378" y="4601416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EF9B159-C34A-37EB-C415-0D207984597B}"/>
                </a:ext>
              </a:extLst>
            </p:cNvPr>
            <p:cNvSpPr/>
            <p:nvPr/>
          </p:nvSpPr>
          <p:spPr>
            <a:xfrm>
              <a:off x="3269850" y="4601416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D48BC2F-C6BF-1C9D-B8FD-8910FE2A15F6}"/>
                </a:ext>
              </a:extLst>
            </p:cNvPr>
            <p:cNvSpPr/>
            <p:nvPr/>
          </p:nvSpPr>
          <p:spPr>
            <a:xfrm>
              <a:off x="3617322" y="4601416"/>
              <a:ext cx="347472" cy="274320"/>
            </a:xfrm>
            <a:prstGeom prst="rect">
              <a:avLst/>
            </a:prstGeom>
            <a:solidFill>
              <a:srgbClr val="2C8737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8EF30A2-5498-FC07-5461-88C9425615CB}"/>
              </a:ext>
            </a:extLst>
          </p:cNvPr>
          <p:cNvGrpSpPr/>
          <p:nvPr/>
        </p:nvGrpSpPr>
        <p:grpSpPr>
          <a:xfrm>
            <a:off x="5219503" y="6027892"/>
            <a:ext cx="3127248" cy="274320"/>
            <a:chOff x="5029568" y="4583032"/>
            <a:chExt cx="3127248" cy="274320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F6B6642-CF68-A5ED-A78A-AA9D6FA123CA}"/>
                </a:ext>
              </a:extLst>
            </p:cNvPr>
            <p:cNvSpPr/>
            <p:nvPr/>
          </p:nvSpPr>
          <p:spPr>
            <a:xfrm>
              <a:off x="5029568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35C9F31-52C3-5907-EE8F-738BE05B8FAE}"/>
                </a:ext>
              </a:extLst>
            </p:cNvPr>
            <p:cNvSpPr/>
            <p:nvPr/>
          </p:nvSpPr>
          <p:spPr>
            <a:xfrm>
              <a:off x="5203304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77F4640-28A5-CDA6-D831-2BF736DC876F}"/>
                </a:ext>
              </a:extLst>
            </p:cNvPr>
            <p:cNvSpPr/>
            <p:nvPr/>
          </p:nvSpPr>
          <p:spPr>
            <a:xfrm>
              <a:off x="5377040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dirty="0">
                <a:solidFill>
                  <a:srgbClr val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28380F2-F986-E56E-DCE2-D57460A42A0A}"/>
                </a:ext>
              </a:extLst>
            </p:cNvPr>
            <p:cNvSpPr/>
            <p:nvPr/>
          </p:nvSpPr>
          <p:spPr>
            <a:xfrm>
              <a:off x="5550776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3327D32-AB83-6E72-A5D0-AD1F54DEA487}"/>
                </a:ext>
              </a:extLst>
            </p:cNvPr>
            <p:cNvSpPr/>
            <p:nvPr/>
          </p:nvSpPr>
          <p:spPr>
            <a:xfrm>
              <a:off x="5724512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479E543-7884-821F-952A-963AE2C7A6E3}"/>
                </a:ext>
              </a:extLst>
            </p:cNvPr>
            <p:cNvSpPr/>
            <p:nvPr/>
          </p:nvSpPr>
          <p:spPr>
            <a:xfrm>
              <a:off x="5892119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7E989A7-CD07-5F2C-99B1-40727E4B2B07}"/>
                </a:ext>
              </a:extLst>
            </p:cNvPr>
            <p:cNvSpPr/>
            <p:nvPr/>
          </p:nvSpPr>
          <p:spPr>
            <a:xfrm>
              <a:off x="6071984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EE3DCB0-E1DA-847D-00AC-F1417E64CB44}"/>
                </a:ext>
              </a:extLst>
            </p:cNvPr>
            <p:cNvSpPr/>
            <p:nvPr/>
          </p:nvSpPr>
          <p:spPr>
            <a:xfrm>
              <a:off x="6239591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A7733CB-87DD-B555-BCEF-8DE7CF4AE5D5}"/>
                </a:ext>
              </a:extLst>
            </p:cNvPr>
            <p:cNvSpPr/>
            <p:nvPr/>
          </p:nvSpPr>
          <p:spPr>
            <a:xfrm>
              <a:off x="6419456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3F7A212-6D02-BE77-026E-270BBFE73BFA}"/>
                </a:ext>
              </a:extLst>
            </p:cNvPr>
            <p:cNvSpPr/>
            <p:nvPr/>
          </p:nvSpPr>
          <p:spPr>
            <a:xfrm>
              <a:off x="6593192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B1D18EA-4CCE-7AC6-ED69-74DD2CD04B89}"/>
                </a:ext>
              </a:extLst>
            </p:cNvPr>
            <p:cNvSpPr/>
            <p:nvPr/>
          </p:nvSpPr>
          <p:spPr>
            <a:xfrm>
              <a:off x="6766928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9B0E134-3BE1-884D-C778-96BF3BDA16C6}"/>
                </a:ext>
              </a:extLst>
            </p:cNvPr>
            <p:cNvSpPr/>
            <p:nvPr/>
          </p:nvSpPr>
          <p:spPr>
            <a:xfrm>
              <a:off x="6934535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DC631AF-D3B0-B8D2-778F-298D21A25BC0}"/>
                </a:ext>
              </a:extLst>
            </p:cNvPr>
            <p:cNvSpPr/>
            <p:nvPr/>
          </p:nvSpPr>
          <p:spPr>
            <a:xfrm>
              <a:off x="7114400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A56319F0-262F-5997-3582-DB10770C17E4}"/>
                </a:ext>
              </a:extLst>
            </p:cNvPr>
            <p:cNvSpPr/>
            <p:nvPr/>
          </p:nvSpPr>
          <p:spPr>
            <a:xfrm>
              <a:off x="7282007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90FE156-F032-E39F-C7C3-18CE2F7E2F5F}"/>
                </a:ext>
              </a:extLst>
            </p:cNvPr>
            <p:cNvSpPr/>
            <p:nvPr/>
          </p:nvSpPr>
          <p:spPr>
            <a:xfrm>
              <a:off x="7461872" y="4583032"/>
              <a:ext cx="173736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1C76211-A655-C92E-41BC-F84E121B9E6F}"/>
                </a:ext>
              </a:extLst>
            </p:cNvPr>
            <p:cNvSpPr/>
            <p:nvPr/>
          </p:nvSpPr>
          <p:spPr>
            <a:xfrm>
              <a:off x="7635608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99B2648-5C70-CA62-FD93-1AA5C0B60A68}"/>
                </a:ext>
              </a:extLst>
            </p:cNvPr>
            <p:cNvSpPr/>
            <p:nvPr/>
          </p:nvSpPr>
          <p:spPr>
            <a:xfrm>
              <a:off x="7809344" y="4583032"/>
              <a:ext cx="173736" cy="274320"/>
            </a:xfrm>
            <a:prstGeom prst="rect">
              <a:avLst/>
            </a:prstGeom>
            <a:solidFill>
              <a:srgbClr val="CB3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7DE505D-039B-AA58-1808-BBF9E75DC488}"/>
                </a:ext>
              </a:extLst>
            </p:cNvPr>
            <p:cNvSpPr/>
            <p:nvPr/>
          </p:nvSpPr>
          <p:spPr>
            <a:xfrm>
              <a:off x="7983080" y="4583032"/>
              <a:ext cx="173736" cy="274320"/>
            </a:xfrm>
            <a:prstGeom prst="rect">
              <a:avLst/>
            </a:prstGeom>
            <a:solidFill>
              <a:srgbClr val="2C87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3DD7299-90BA-5347-80D2-43B7BF6152CC}"/>
                </a:ext>
              </a:extLst>
            </p:cNvPr>
            <p:cNvSpPr/>
            <p:nvPr/>
          </p:nvSpPr>
          <p:spPr>
            <a:xfrm>
              <a:off x="5029568" y="458303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D83F480-BFA5-42B5-26B3-5D649EFDAF1D}"/>
                </a:ext>
              </a:extLst>
            </p:cNvPr>
            <p:cNvSpPr/>
            <p:nvPr/>
          </p:nvSpPr>
          <p:spPr>
            <a:xfrm>
              <a:off x="5377040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A67D470-E042-D53F-669C-762F20D9A17C}"/>
                </a:ext>
              </a:extLst>
            </p:cNvPr>
            <p:cNvSpPr/>
            <p:nvPr/>
          </p:nvSpPr>
          <p:spPr>
            <a:xfrm>
              <a:off x="5724512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D1B453F-EFE2-8800-2FAC-EFA95185A297}"/>
                </a:ext>
              </a:extLst>
            </p:cNvPr>
            <p:cNvSpPr/>
            <p:nvPr/>
          </p:nvSpPr>
          <p:spPr>
            <a:xfrm>
              <a:off x="6065855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3B61F66-844D-2B34-E7DD-FA0D3C1FD701}"/>
                </a:ext>
              </a:extLst>
            </p:cNvPr>
            <p:cNvSpPr/>
            <p:nvPr/>
          </p:nvSpPr>
          <p:spPr>
            <a:xfrm>
              <a:off x="6419456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C2C849E-799D-4A4D-705A-0D0681DBEBF4}"/>
                </a:ext>
              </a:extLst>
            </p:cNvPr>
            <p:cNvSpPr/>
            <p:nvPr/>
          </p:nvSpPr>
          <p:spPr>
            <a:xfrm>
              <a:off x="6766928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6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C30367C-C465-BE6D-01AA-85E3854F65CD}"/>
                </a:ext>
              </a:extLst>
            </p:cNvPr>
            <p:cNvSpPr/>
            <p:nvPr/>
          </p:nvSpPr>
          <p:spPr>
            <a:xfrm>
              <a:off x="7114400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7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D2E9E50-F62D-F83D-BDF2-F0D9A057FB72}"/>
                </a:ext>
              </a:extLst>
            </p:cNvPr>
            <p:cNvSpPr/>
            <p:nvPr/>
          </p:nvSpPr>
          <p:spPr>
            <a:xfrm>
              <a:off x="7461872" y="4583032"/>
              <a:ext cx="347472" cy="274320"/>
            </a:xfrm>
            <a:prstGeom prst="rect">
              <a:avLst/>
            </a:prstGeom>
            <a:noFill/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8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91EDADF-C824-BC98-F1BC-585FA3C81865}"/>
                </a:ext>
              </a:extLst>
            </p:cNvPr>
            <p:cNvSpPr/>
            <p:nvPr/>
          </p:nvSpPr>
          <p:spPr>
            <a:xfrm>
              <a:off x="7809344" y="4583032"/>
              <a:ext cx="347472" cy="2743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000000"/>
                  </a:solidFill>
                  <a:latin typeface="Arial"/>
                </a:rPr>
                <a:t>9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4ADCF3C-A7B2-4BC9-C1BC-997E898CD318}"/>
              </a:ext>
            </a:extLst>
          </p:cNvPr>
          <p:cNvSpPr/>
          <p:nvPr/>
        </p:nvSpPr>
        <p:spPr>
          <a:xfrm>
            <a:off x="2291682" y="4303690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677A19-5FB4-583D-4A20-869EE2F31578}"/>
              </a:ext>
            </a:extLst>
          </p:cNvPr>
          <p:cNvSpPr/>
          <p:nvPr/>
        </p:nvSpPr>
        <p:spPr>
          <a:xfrm>
            <a:off x="6677479" y="4320076"/>
            <a:ext cx="215289" cy="2152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37637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38FA-700D-AB62-FE10-23017496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0A16C-4F0B-0EE2-F5C6-F66C1D27B5EE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Tradeoffs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optimality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factors</a:t>
            </a:r>
            <a:endParaRPr lang="en-US" dirty="0" err="1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348C4C8-EA45-A0FE-AF4A-6DC70020818A}"/>
              </a:ext>
            </a:extLst>
          </p:cNvPr>
          <p:cNvSpPr/>
          <p:nvPr/>
        </p:nvSpPr>
        <p:spPr>
          <a:xfrm>
            <a:off x="3083655" y="5848099"/>
            <a:ext cx="892190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Optimal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221E09DF-6BD8-12CF-6B4D-ED214CCC72B3}"/>
              </a:ext>
            </a:extLst>
          </p:cNvPr>
          <p:cNvSpPr/>
          <p:nvPr/>
        </p:nvSpPr>
        <p:spPr>
          <a:xfrm>
            <a:off x="4603131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Near-Optimal</a:t>
            </a:r>
            <a:endParaRPr lang="en-US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E3B38D7C-465C-D7F6-025C-A2C1E7C0D3E8}"/>
              </a:ext>
            </a:extLst>
          </p:cNvPr>
          <p:cNvSpPr/>
          <p:nvPr/>
        </p:nvSpPr>
        <p:spPr>
          <a:xfrm>
            <a:off x="6644929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Average</a:t>
            </a:r>
            <a:endParaRPr lang="en-US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5C440BF6-EF95-2AB7-7CEF-BD1B99893551}"/>
              </a:ext>
            </a:extLst>
          </p:cNvPr>
          <p:cNvSpPr/>
          <p:nvPr/>
        </p:nvSpPr>
        <p:spPr>
          <a:xfrm>
            <a:off x="8205107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Worst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646EDC-91D3-08E5-AF79-094051649472}"/>
              </a:ext>
            </a:extLst>
          </p:cNvPr>
          <p:cNvSpPr/>
          <p:nvPr/>
        </p:nvSpPr>
        <p:spPr>
          <a:xfrm>
            <a:off x="2364687" y="5949704"/>
            <a:ext cx="609148" cy="236062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A0B2339-D2EB-E9EC-04FE-C8FF31A1D625}"/>
              </a:ext>
            </a:extLst>
          </p:cNvPr>
          <p:cNvSpPr/>
          <p:nvPr/>
        </p:nvSpPr>
        <p:spPr>
          <a:xfrm>
            <a:off x="3857031" y="5949704"/>
            <a:ext cx="609148" cy="236062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531B97E-901E-743B-FDC7-E25445295FAA}"/>
              </a:ext>
            </a:extLst>
          </p:cNvPr>
          <p:cNvSpPr/>
          <p:nvPr/>
        </p:nvSpPr>
        <p:spPr>
          <a:xfrm>
            <a:off x="5953096" y="5949704"/>
            <a:ext cx="609148" cy="236062"/>
          </a:xfrm>
          <a:prstGeom prst="rect">
            <a:avLst/>
          </a:prstGeom>
          <a:solidFill>
            <a:srgbClr val="D58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BF865DD-A26E-1B69-903E-5A92F80E162C}"/>
              </a:ext>
            </a:extLst>
          </p:cNvPr>
          <p:cNvSpPr/>
          <p:nvPr/>
        </p:nvSpPr>
        <p:spPr>
          <a:xfrm>
            <a:off x="7465790" y="5949704"/>
            <a:ext cx="609148" cy="236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EAF0EA6-B410-8279-E2DD-FE8D73FC68F5}"/>
              </a:ext>
            </a:extLst>
          </p:cNvPr>
          <p:cNvSpPr/>
          <p:nvPr/>
        </p:nvSpPr>
        <p:spPr>
          <a:xfrm>
            <a:off x="200717" y="1700502"/>
            <a:ext cx="2350617" cy="70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Communication steps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EF1F5B1-AC0E-DEA0-C713-AF889456BD14}"/>
              </a:ext>
            </a:extLst>
          </p:cNvPr>
          <p:cNvSpPr/>
          <p:nvPr/>
        </p:nvSpPr>
        <p:spPr>
          <a:xfrm>
            <a:off x="7954124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A17D952-8C35-C6C2-3D29-FBA0F19897CB}"/>
              </a:ext>
            </a:extLst>
          </p:cNvPr>
          <p:cNvSpPr/>
          <p:nvPr/>
        </p:nvSpPr>
        <p:spPr>
          <a:xfrm>
            <a:off x="6626465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C2446-BBBD-4CF3-C9AB-334DDECDC4ED}"/>
              </a:ext>
            </a:extLst>
          </p:cNvPr>
          <p:cNvSpPr/>
          <p:nvPr/>
        </p:nvSpPr>
        <p:spPr>
          <a:xfrm>
            <a:off x="3414982" y="171687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9A2D73-DE14-6A86-1F81-C9979CAC8E43}"/>
                  </a:ext>
                </a:extLst>
              </p:cNvPr>
              <p:cNvSpPr/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US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9A2D73-DE14-6A86-1F81-C9979CAC8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60E9E31-08F9-D2F2-D685-C485FF0783E7}"/>
                  </a:ext>
                </a:extLst>
              </p:cNvPr>
              <p:cNvSpPr/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60E9E31-08F9-D2F2-D685-C485FF078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23454C2-954A-F77B-CCF7-D5B3BF89F98F}"/>
                  </a:ext>
                </a:extLst>
              </p:cNvPr>
              <p:cNvSpPr/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23454C2-954A-F77B-CCF7-D5B3BF89F9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4">
            <a:extLst>
              <a:ext uri="{FF2B5EF4-FFF2-40B4-BE49-F238E27FC236}">
                <a16:creationId xmlns:a16="http://schemas.microsoft.com/office/drawing/2014/main" id="{F9000769-15DF-4508-68CD-C73070731510}"/>
              </a:ext>
            </a:extLst>
          </p:cNvPr>
          <p:cNvSpPr/>
          <p:nvPr/>
        </p:nvSpPr>
        <p:spPr>
          <a:xfrm>
            <a:off x="4905370" y="1398200"/>
            <a:ext cx="1265276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1A1A1A"/>
                </a:solidFill>
                <a:latin typeface="Arial"/>
                <a:cs typeface="Arial"/>
              </a:rPr>
              <a:t>Rec.Doub</a:t>
            </a: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.</a:t>
            </a:r>
            <a:endParaRPr lang="en-US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BB8A58A-E373-B9B1-4187-4982F0001C3B}"/>
              </a:ext>
            </a:extLst>
          </p:cNvPr>
          <p:cNvSpPr/>
          <p:nvPr/>
        </p:nvSpPr>
        <p:spPr>
          <a:xfrm>
            <a:off x="3720162" y="1398200"/>
            <a:ext cx="546238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05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2C85-5D64-1401-B51D-B70D7694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21D2DB-8883-54EC-E3F9-A15924EF5E95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Tradeoffs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optimality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factors</a:t>
            </a:r>
            <a:endParaRPr lang="en-US" dirty="0" err="1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3C295AE7-FF92-7112-7BA7-C854D407C79A}"/>
              </a:ext>
            </a:extLst>
          </p:cNvPr>
          <p:cNvSpPr/>
          <p:nvPr/>
        </p:nvSpPr>
        <p:spPr>
          <a:xfrm>
            <a:off x="3083655" y="5848099"/>
            <a:ext cx="892190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Optimal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83FEFA7-6C8D-A673-C885-72673BB631A8}"/>
              </a:ext>
            </a:extLst>
          </p:cNvPr>
          <p:cNvSpPr/>
          <p:nvPr/>
        </p:nvSpPr>
        <p:spPr>
          <a:xfrm>
            <a:off x="2364687" y="5949704"/>
            <a:ext cx="609148" cy="236062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D7BDEF5F-8A2F-5E44-079B-67B8CB009D28}"/>
              </a:ext>
            </a:extLst>
          </p:cNvPr>
          <p:cNvSpPr/>
          <p:nvPr/>
        </p:nvSpPr>
        <p:spPr>
          <a:xfrm>
            <a:off x="4603131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Near-Optimal</a:t>
            </a:r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3ED6D08-13BA-C303-16EA-84FDD4B5E9B1}"/>
              </a:ext>
            </a:extLst>
          </p:cNvPr>
          <p:cNvSpPr/>
          <p:nvPr/>
        </p:nvSpPr>
        <p:spPr>
          <a:xfrm>
            <a:off x="3857031" y="5949704"/>
            <a:ext cx="609148" cy="236062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36882AB-B358-999B-3D03-EC161E417D35}"/>
              </a:ext>
            </a:extLst>
          </p:cNvPr>
          <p:cNvSpPr/>
          <p:nvPr/>
        </p:nvSpPr>
        <p:spPr>
          <a:xfrm>
            <a:off x="5953096" y="5949704"/>
            <a:ext cx="609148" cy="236062"/>
          </a:xfrm>
          <a:prstGeom prst="rect">
            <a:avLst/>
          </a:prstGeom>
          <a:solidFill>
            <a:srgbClr val="D58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7AE7D129-1F8F-5074-4814-BDC4029DE260}"/>
              </a:ext>
            </a:extLst>
          </p:cNvPr>
          <p:cNvSpPr/>
          <p:nvPr/>
        </p:nvSpPr>
        <p:spPr>
          <a:xfrm>
            <a:off x="6644929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Average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7359008-42A5-60D7-83A1-EBB402346AE4}"/>
              </a:ext>
            </a:extLst>
          </p:cNvPr>
          <p:cNvSpPr/>
          <p:nvPr/>
        </p:nvSpPr>
        <p:spPr>
          <a:xfrm>
            <a:off x="7465790" y="5949704"/>
            <a:ext cx="609148" cy="236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4CF75602-19ED-BDBE-9D8A-38629A5971F4}"/>
              </a:ext>
            </a:extLst>
          </p:cNvPr>
          <p:cNvSpPr/>
          <p:nvPr/>
        </p:nvSpPr>
        <p:spPr>
          <a:xfrm>
            <a:off x="8205107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Worst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6FFE02F-90E0-7C6C-4670-61ADA0061F7C}"/>
              </a:ext>
            </a:extLst>
          </p:cNvPr>
          <p:cNvSpPr/>
          <p:nvPr/>
        </p:nvSpPr>
        <p:spPr>
          <a:xfrm>
            <a:off x="200717" y="1700502"/>
            <a:ext cx="2350617" cy="70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Communication steps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C049F85-1D06-0B90-26F3-1BABCC07C793}"/>
              </a:ext>
            </a:extLst>
          </p:cNvPr>
          <p:cNvSpPr/>
          <p:nvPr/>
        </p:nvSpPr>
        <p:spPr>
          <a:xfrm>
            <a:off x="200718" y="2748094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Number of hops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6993C98-6D93-59CD-61D0-F6AC52D80969}"/>
              </a:ext>
            </a:extLst>
          </p:cNvPr>
          <p:cNvSpPr/>
          <p:nvPr/>
        </p:nvSpPr>
        <p:spPr>
          <a:xfrm>
            <a:off x="7954124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E0216C7-AB35-B913-8695-B69D7FE952E6}"/>
              </a:ext>
            </a:extLst>
          </p:cNvPr>
          <p:cNvSpPr/>
          <p:nvPr/>
        </p:nvSpPr>
        <p:spPr>
          <a:xfrm>
            <a:off x="6626465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A32480-FD68-0B5E-491A-00865FD45338}"/>
              </a:ext>
            </a:extLst>
          </p:cNvPr>
          <p:cNvSpPr/>
          <p:nvPr/>
        </p:nvSpPr>
        <p:spPr>
          <a:xfrm>
            <a:off x="3414982" y="171687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60C8AD-77C9-8FDF-0098-1472AD14C8A2}"/>
                  </a:ext>
                </a:extLst>
              </p:cNvPr>
              <p:cNvSpPr/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US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60C8AD-77C9-8FDF-0098-1472AD14C8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B36F841-AE3F-F53B-7680-784AB0985450}"/>
                  </a:ext>
                </a:extLst>
              </p:cNvPr>
              <p:cNvSpPr/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B36F841-AE3F-F53B-7680-784AB09854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1907D70-72E5-61FE-4023-6AAE7A83C795}"/>
                  </a:ext>
                </a:extLst>
              </p:cNvPr>
              <p:cNvSpPr/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1907D70-72E5-61FE-4023-6AAE7A83C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4">
            <a:extLst>
              <a:ext uri="{FF2B5EF4-FFF2-40B4-BE49-F238E27FC236}">
                <a16:creationId xmlns:a16="http://schemas.microsoft.com/office/drawing/2014/main" id="{A35044B0-F932-6F5C-0A3B-4B310519F552}"/>
              </a:ext>
            </a:extLst>
          </p:cNvPr>
          <p:cNvSpPr/>
          <p:nvPr/>
        </p:nvSpPr>
        <p:spPr>
          <a:xfrm>
            <a:off x="4905370" y="1398200"/>
            <a:ext cx="1265276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1A1A1A"/>
                </a:solidFill>
                <a:latin typeface="Arial"/>
                <a:cs typeface="Arial"/>
              </a:rPr>
              <a:t>Rec.Doub</a:t>
            </a: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.</a:t>
            </a:r>
            <a:endParaRPr lang="en-US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85728A60-233F-AB29-553D-7B4A1B3EF0CF}"/>
              </a:ext>
            </a:extLst>
          </p:cNvPr>
          <p:cNvSpPr/>
          <p:nvPr/>
        </p:nvSpPr>
        <p:spPr>
          <a:xfrm>
            <a:off x="3720162" y="1398200"/>
            <a:ext cx="546238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Ring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3EFB4A-9EE5-E3AF-D236-0BF9A79EEEDC}"/>
              </a:ext>
            </a:extLst>
          </p:cNvPr>
          <p:cNvSpPr/>
          <p:nvPr/>
        </p:nvSpPr>
        <p:spPr>
          <a:xfrm>
            <a:off x="340141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D1A3FD-08A5-C054-876F-A38B67465299}"/>
              </a:ext>
            </a:extLst>
          </p:cNvPr>
          <p:cNvSpPr/>
          <p:nvPr/>
        </p:nvSpPr>
        <p:spPr>
          <a:xfrm>
            <a:off x="489187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108230B-EE43-1A4B-76F5-02FEEA9CD65D}"/>
                  </a:ext>
                </a:extLst>
              </p:cNvPr>
              <p:cNvSpPr/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solidFill>
                <a:srgbClr val="CBD4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108230B-EE43-1A4B-76F5-02FEEA9CD6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619E43B-E383-56DE-2BB8-200F8891A62C}"/>
                  </a:ext>
                </a:extLst>
              </p:cNvPr>
              <p:cNvSpPr/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619E43B-E383-56DE-2BB8-200F8891A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56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8A35C-E7C2-58DA-F0B8-6AB6EA5A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591039-3A9F-0699-729E-735185D0306E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Tradeoffs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optimality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factors</a:t>
            </a:r>
            <a:endParaRPr lang="en-US" dirty="0" err="1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27FF734F-2BAF-6F4B-2DB0-ACAEB01C79BA}"/>
              </a:ext>
            </a:extLst>
          </p:cNvPr>
          <p:cNvSpPr/>
          <p:nvPr/>
        </p:nvSpPr>
        <p:spPr>
          <a:xfrm>
            <a:off x="3083655" y="5848099"/>
            <a:ext cx="892190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Optimal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5DAD65D-50FE-E05E-1161-D0434B1327D6}"/>
              </a:ext>
            </a:extLst>
          </p:cNvPr>
          <p:cNvSpPr/>
          <p:nvPr/>
        </p:nvSpPr>
        <p:spPr>
          <a:xfrm>
            <a:off x="2364687" y="5949704"/>
            <a:ext cx="609148" cy="236062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6F4A63F1-AD58-70F2-F8A3-65FED58C3FD6}"/>
              </a:ext>
            </a:extLst>
          </p:cNvPr>
          <p:cNvSpPr/>
          <p:nvPr/>
        </p:nvSpPr>
        <p:spPr>
          <a:xfrm>
            <a:off x="4603131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Near-Optimal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86B0520-6C82-F94E-4ACC-9E19033216AB}"/>
              </a:ext>
            </a:extLst>
          </p:cNvPr>
          <p:cNvSpPr/>
          <p:nvPr/>
        </p:nvSpPr>
        <p:spPr>
          <a:xfrm>
            <a:off x="3857031" y="5949704"/>
            <a:ext cx="609148" cy="236062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74918DF-6855-AEEF-69A6-5FBC92BC7220}"/>
              </a:ext>
            </a:extLst>
          </p:cNvPr>
          <p:cNvSpPr/>
          <p:nvPr/>
        </p:nvSpPr>
        <p:spPr>
          <a:xfrm>
            <a:off x="5953096" y="5949704"/>
            <a:ext cx="609148" cy="236062"/>
          </a:xfrm>
          <a:prstGeom prst="rect">
            <a:avLst/>
          </a:prstGeom>
          <a:solidFill>
            <a:srgbClr val="D58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EDAB6F79-0092-2B80-CDDD-6480A79A2DA9}"/>
              </a:ext>
            </a:extLst>
          </p:cNvPr>
          <p:cNvSpPr/>
          <p:nvPr/>
        </p:nvSpPr>
        <p:spPr>
          <a:xfrm>
            <a:off x="6644929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Average</a:t>
            </a:r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2D16A09-170E-8934-B372-A4F0FE294DFD}"/>
              </a:ext>
            </a:extLst>
          </p:cNvPr>
          <p:cNvSpPr/>
          <p:nvPr/>
        </p:nvSpPr>
        <p:spPr>
          <a:xfrm>
            <a:off x="7465790" y="5949704"/>
            <a:ext cx="609148" cy="236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32486B1A-CB1F-E7CA-1E03-5724041288C5}"/>
              </a:ext>
            </a:extLst>
          </p:cNvPr>
          <p:cNvSpPr/>
          <p:nvPr/>
        </p:nvSpPr>
        <p:spPr>
          <a:xfrm>
            <a:off x="8205107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Worst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F9ADBE6-5666-134C-DCF1-CF469C39A643}"/>
              </a:ext>
            </a:extLst>
          </p:cNvPr>
          <p:cNvSpPr/>
          <p:nvPr/>
        </p:nvSpPr>
        <p:spPr>
          <a:xfrm>
            <a:off x="200717" y="1700502"/>
            <a:ext cx="2350617" cy="70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Communication steps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82A7E7-E053-4E87-8265-CDA2CD07AA7C}"/>
              </a:ext>
            </a:extLst>
          </p:cNvPr>
          <p:cNvSpPr/>
          <p:nvPr/>
        </p:nvSpPr>
        <p:spPr>
          <a:xfrm>
            <a:off x="200718" y="2748094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Number of hops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E912F1B-6536-6B71-6697-BFBB1EE4BFBC}"/>
              </a:ext>
            </a:extLst>
          </p:cNvPr>
          <p:cNvSpPr/>
          <p:nvPr/>
        </p:nvSpPr>
        <p:spPr>
          <a:xfrm>
            <a:off x="200718" y="3657067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Transmission delay</a:t>
            </a: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1D17050-EFD0-637C-BEBE-9B7CE1FF4EA3}"/>
              </a:ext>
            </a:extLst>
          </p:cNvPr>
          <p:cNvSpPr/>
          <p:nvPr/>
        </p:nvSpPr>
        <p:spPr>
          <a:xfrm>
            <a:off x="200718" y="4097987"/>
            <a:ext cx="2893287" cy="85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rgbClr val="1A1A1A"/>
                </a:solidFill>
                <a:latin typeface="Arial"/>
                <a:cs typeface="Arial"/>
              </a:rPr>
              <a:t>Transmitted data size times number of overlapping links</a:t>
            </a:r>
            <a:endParaRPr lang="en-US" sz="1400" i="1" dirty="0">
              <a:latin typeface="Arial"/>
              <a:ea typeface="Calibri"/>
              <a:cs typeface="Arial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DE38A25-1B9B-F788-7ACA-3F87990C8C90}"/>
              </a:ext>
            </a:extLst>
          </p:cNvPr>
          <p:cNvSpPr/>
          <p:nvPr/>
        </p:nvSpPr>
        <p:spPr>
          <a:xfrm>
            <a:off x="7954124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4D714A4-4668-2175-54F9-10CA6C03098E}"/>
              </a:ext>
            </a:extLst>
          </p:cNvPr>
          <p:cNvSpPr/>
          <p:nvPr/>
        </p:nvSpPr>
        <p:spPr>
          <a:xfrm>
            <a:off x="6626465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A86E55-6110-67D7-2D25-08EC16FD9851}"/>
              </a:ext>
            </a:extLst>
          </p:cNvPr>
          <p:cNvSpPr/>
          <p:nvPr/>
        </p:nvSpPr>
        <p:spPr>
          <a:xfrm>
            <a:off x="3414982" y="171687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BC3A5AB-FEC1-DF87-5F2B-DCCBE2780D44}"/>
                  </a:ext>
                </a:extLst>
              </p:cNvPr>
              <p:cNvSpPr/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US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BC3A5AB-FEC1-DF87-5F2B-DCCBE2780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150F8FA-DC3E-237D-F5E6-AB641A09CFAD}"/>
                  </a:ext>
                </a:extLst>
              </p:cNvPr>
              <p:cNvSpPr/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150F8FA-DC3E-237D-F5E6-AB641A09C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BED21E5-9FE8-CAD6-B307-E5BFBCE89DCE}"/>
                  </a:ext>
                </a:extLst>
              </p:cNvPr>
              <p:cNvSpPr/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BED21E5-9FE8-CAD6-B307-E5BFBCE89D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4">
            <a:extLst>
              <a:ext uri="{FF2B5EF4-FFF2-40B4-BE49-F238E27FC236}">
                <a16:creationId xmlns:a16="http://schemas.microsoft.com/office/drawing/2014/main" id="{9F24DC58-2644-759F-32D0-1D7EE8C4083D}"/>
              </a:ext>
            </a:extLst>
          </p:cNvPr>
          <p:cNvSpPr/>
          <p:nvPr/>
        </p:nvSpPr>
        <p:spPr>
          <a:xfrm>
            <a:off x="4905370" y="1398200"/>
            <a:ext cx="1265276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1A1A1A"/>
                </a:solidFill>
                <a:latin typeface="Arial"/>
                <a:cs typeface="Arial"/>
              </a:rPr>
              <a:t>Rec.Doub</a:t>
            </a: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.</a:t>
            </a:r>
            <a:endParaRPr lang="en-US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626FCFC-185F-41B6-A599-F44232E35016}"/>
              </a:ext>
            </a:extLst>
          </p:cNvPr>
          <p:cNvSpPr/>
          <p:nvPr/>
        </p:nvSpPr>
        <p:spPr>
          <a:xfrm>
            <a:off x="3720162" y="1398200"/>
            <a:ext cx="546238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Ring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3E8551-1B21-996D-43AB-4057BBB2B1F8}"/>
              </a:ext>
            </a:extLst>
          </p:cNvPr>
          <p:cNvSpPr/>
          <p:nvPr/>
        </p:nvSpPr>
        <p:spPr>
          <a:xfrm>
            <a:off x="340141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82D78D-5488-D6A5-42D8-3B8A982E21ED}"/>
              </a:ext>
            </a:extLst>
          </p:cNvPr>
          <p:cNvSpPr/>
          <p:nvPr/>
        </p:nvSpPr>
        <p:spPr>
          <a:xfrm>
            <a:off x="489187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F221A41-89A5-F814-050A-E3E9144B6D17}"/>
                  </a:ext>
                </a:extLst>
              </p:cNvPr>
              <p:cNvSpPr/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solidFill>
                <a:srgbClr val="CBD4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F221A41-89A5-F814-050A-E3E9144B6D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1FA7CBA-759D-6DFB-A0D9-93F44F0E432F}"/>
                  </a:ext>
                </a:extLst>
              </p:cNvPr>
              <p:cNvSpPr/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1FA7CBA-759D-6DFB-A0D9-93F44F0E4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4D509F34-C09D-F9CE-6B1F-4259F6D73BA5}"/>
              </a:ext>
            </a:extLst>
          </p:cNvPr>
          <p:cNvSpPr/>
          <p:nvPr/>
        </p:nvSpPr>
        <p:spPr>
          <a:xfrm>
            <a:off x="3414982" y="3650138"/>
            <a:ext cx="1151818" cy="541314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2m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23076EC-7FDD-29CE-487A-91927F52E96A}"/>
                  </a:ext>
                </a:extLst>
              </p:cNvPr>
              <p:cNvSpPr/>
              <p:nvPr/>
            </p:nvSpPr>
            <p:spPr>
              <a:xfrm>
                <a:off x="4905442" y="3650138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23076EC-7FDD-29CE-487A-91927F52E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3650138"/>
                <a:ext cx="1151818" cy="5413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18E88BD-03E9-7BBB-D838-633ACB5A0FCF}"/>
                  </a:ext>
                </a:extLst>
              </p:cNvPr>
              <p:cNvSpPr/>
              <p:nvPr/>
            </p:nvSpPr>
            <p:spPr>
              <a:xfrm>
                <a:off x="6368768" y="3650138"/>
                <a:ext cx="1151818" cy="541314"/>
              </a:xfrm>
              <a:prstGeom prst="rect">
                <a:avLst/>
              </a:prstGeom>
              <a:solidFill>
                <a:srgbClr val="CBD4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18E88BD-03E9-7BBB-D838-633ACB5A0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3650138"/>
                <a:ext cx="1151818" cy="5413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6E509EE-5D68-1824-95B1-ED2B31EB140D}"/>
                  </a:ext>
                </a:extLst>
              </p:cNvPr>
              <p:cNvSpPr/>
              <p:nvPr/>
            </p:nvSpPr>
            <p:spPr>
              <a:xfrm>
                <a:off x="7832094" y="3650138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6E509EE-5D68-1824-95B1-ED2B31EB14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3650138"/>
                <a:ext cx="1151818" cy="5413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584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7267-622C-8D5C-B209-C98C6270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16CD0C-3278-9A32-B2DD-86BD8B989BC1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Tradeoffs and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optimality</a:t>
            </a:r>
            <a:r>
              <a:rPr lang="de-DE" sz="28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de-DE" sz="2800" b="1" dirty="0" err="1">
                <a:solidFill>
                  <a:srgbClr val="1A1A1A"/>
                </a:solidFill>
                <a:latin typeface="Arial"/>
                <a:cs typeface="Arial"/>
              </a:rPr>
              <a:t>factors</a:t>
            </a:r>
            <a:endParaRPr lang="en-US" dirty="0" err="1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226C2C2-5029-FD49-BB2F-C42E4311AF0F}"/>
              </a:ext>
            </a:extLst>
          </p:cNvPr>
          <p:cNvSpPr/>
          <p:nvPr/>
        </p:nvSpPr>
        <p:spPr>
          <a:xfrm>
            <a:off x="7954124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Trivance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CBE402-C8FB-8CEC-62F4-5D53B4CB3B03}"/>
              </a:ext>
            </a:extLst>
          </p:cNvPr>
          <p:cNvSpPr/>
          <p:nvPr/>
        </p:nvSpPr>
        <p:spPr>
          <a:xfrm>
            <a:off x="6626465" y="1398200"/>
            <a:ext cx="1082125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5216DE-4748-250A-78CF-6432DD3B80F1}"/>
              </a:ext>
            </a:extLst>
          </p:cNvPr>
          <p:cNvSpPr/>
          <p:nvPr/>
        </p:nvSpPr>
        <p:spPr>
          <a:xfrm>
            <a:off x="200717" y="1700502"/>
            <a:ext cx="2350617" cy="70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Communication steps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FC9EC8-8B0C-5B1B-0357-DBA0AC0F25E4}"/>
              </a:ext>
            </a:extLst>
          </p:cNvPr>
          <p:cNvSpPr/>
          <p:nvPr/>
        </p:nvSpPr>
        <p:spPr>
          <a:xfrm>
            <a:off x="3414982" y="171687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AFBF3C3-3D7A-240A-C967-0D5210802AB8}"/>
              </a:ext>
            </a:extLst>
          </p:cNvPr>
          <p:cNvSpPr/>
          <p:nvPr/>
        </p:nvSpPr>
        <p:spPr>
          <a:xfrm>
            <a:off x="200718" y="2748094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Number of hops</a:t>
            </a:r>
            <a:endParaRPr lang="en-US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167EE1C-28F4-42F0-FE0D-8C268686DB88}"/>
              </a:ext>
            </a:extLst>
          </p:cNvPr>
          <p:cNvSpPr/>
          <p:nvPr/>
        </p:nvSpPr>
        <p:spPr>
          <a:xfrm>
            <a:off x="200718" y="3657067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Transmission delay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9CEC013-3DC2-1B32-9AD4-422D4E0326A7}"/>
                  </a:ext>
                </a:extLst>
              </p:cNvPr>
              <p:cNvSpPr/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US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9CEC013-3DC2-1B32-9AD4-422D4E0326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1716874"/>
                <a:ext cx="1151818" cy="541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7AD26F-86A1-6531-4733-F1F74AB99B7E}"/>
                  </a:ext>
                </a:extLst>
              </p:cNvPr>
              <p:cNvSpPr/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7AD26F-86A1-6531-4733-F1F74AB99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1716874"/>
                <a:ext cx="1151818" cy="541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C5D1FEB-0570-4F0D-2129-B5DEF4A9C36A}"/>
                  </a:ext>
                </a:extLst>
              </p:cNvPr>
              <p:cNvSpPr/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GB" b="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C5D1FEB-0570-4F0D-2129-B5DEF4A9C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1716874"/>
                <a:ext cx="1151818" cy="541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4">
            <a:extLst>
              <a:ext uri="{FF2B5EF4-FFF2-40B4-BE49-F238E27FC236}">
                <a16:creationId xmlns:a16="http://schemas.microsoft.com/office/drawing/2014/main" id="{7642D046-291C-BA28-F34F-19F8503A4C01}"/>
              </a:ext>
            </a:extLst>
          </p:cNvPr>
          <p:cNvSpPr/>
          <p:nvPr/>
        </p:nvSpPr>
        <p:spPr>
          <a:xfrm>
            <a:off x="4905370" y="1398200"/>
            <a:ext cx="1265276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1A1A1A"/>
                </a:solidFill>
                <a:latin typeface="Arial"/>
                <a:cs typeface="Arial"/>
              </a:rPr>
              <a:t>Rec.Doub</a:t>
            </a: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.</a:t>
            </a:r>
            <a:endParaRPr lang="en-US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5833201A-7CD7-298B-5109-D8C7719BFE00}"/>
              </a:ext>
            </a:extLst>
          </p:cNvPr>
          <p:cNvSpPr/>
          <p:nvPr/>
        </p:nvSpPr>
        <p:spPr>
          <a:xfrm>
            <a:off x="3720162" y="1398200"/>
            <a:ext cx="546238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Ring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3419B05-3993-63E4-BCCF-F4E7A6E9DE7F}"/>
              </a:ext>
            </a:extLst>
          </p:cNvPr>
          <p:cNvSpPr/>
          <p:nvPr/>
        </p:nvSpPr>
        <p:spPr>
          <a:xfrm>
            <a:off x="340141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41CDD61-0E64-A7B3-E62B-AEA3762E08B7}"/>
              </a:ext>
            </a:extLst>
          </p:cNvPr>
          <p:cNvSpPr/>
          <p:nvPr/>
        </p:nvSpPr>
        <p:spPr>
          <a:xfrm>
            <a:off x="4891875" y="2700464"/>
            <a:ext cx="1151818" cy="5413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n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22A61BA-14D1-9009-3A8C-F4229E99719B}"/>
                  </a:ext>
                </a:extLst>
              </p:cNvPr>
              <p:cNvSpPr/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solidFill>
                <a:srgbClr val="CBD4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 smtClean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22A61BA-14D1-9009-3A8C-F4229E9971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01" y="2700464"/>
                <a:ext cx="1151818" cy="541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44E00BC-7EFC-EAF7-13D9-8487C5457801}"/>
                  </a:ext>
                </a:extLst>
              </p:cNvPr>
              <p:cNvSpPr/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solidFill>
                <a:srgbClr val="2C87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</m:ctrlPr>
                        </m:fPr>
                        <m:num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𝒏</m:t>
                          </m:r>
                        </m:num>
                        <m:den>
                          <m:r>
                            <a:rPr lang="de-DE" b="1" i="1" dirty="0">
                              <a:latin typeface="Cambria Math" panose="02040503050406030204" pitchFamily="18" charset="0"/>
                              <a:ea typeface="Calibri"/>
                              <a:cs typeface="Arial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44E00BC-7EFC-EAF7-13D9-8487C54578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527" y="2700464"/>
                <a:ext cx="1151818" cy="5413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80">
            <a:extLst>
              <a:ext uri="{FF2B5EF4-FFF2-40B4-BE49-F238E27FC236}">
                <a16:creationId xmlns:a16="http://schemas.microsoft.com/office/drawing/2014/main" id="{8E29F3A6-6ED1-6BE8-129F-A32CDAB191CB}"/>
              </a:ext>
            </a:extLst>
          </p:cNvPr>
          <p:cNvSpPr/>
          <p:nvPr/>
        </p:nvSpPr>
        <p:spPr>
          <a:xfrm>
            <a:off x="3414982" y="3650138"/>
            <a:ext cx="1151818" cy="541314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2m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069270A-665A-293A-02D7-413C5EAF6AD0}"/>
                  </a:ext>
                </a:extLst>
              </p:cNvPr>
              <p:cNvSpPr/>
              <p:nvPr/>
            </p:nvSpPr>
            <p:spPr>
              <a:xfrm>
                <a:off x="4905442" y="3650138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069270A-665A-293A-02D7-413C5EAF6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442" y="3650138"/>
                <a:ext cx="1151818" cy="5413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7D5D891A-7E25-059F-8E52-0754904144BA}"/>
                  </a:ext>
                </a:extLst>
              </p:cNvPr>
              <p:cNvSpPr/>
              <p:nvPr/>
            </p:nvSpPr>
            <p:spPr>
              <a:xfrm>
                <a:off x="6368768" y="3650138"/>
                <a:ext cx="1151818" cy="541314"/>
              </a:xfrm>
              <a:prstGeom prst="rect">
                <a:avLst/>
              </a:prstGeom>
              <a:solidFill>
                <a:srgbClr val="CBD4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7D5D891A-7E25-059F-8E52-0754904144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68" y="3650138"/>
                <a:ext cx="1151818" cy="5413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8330AFD-00AB-AE86-27E7-91DE9B559481}"/>
                  </a:ext>
                </a:extLst>
              </p:cNvPr>
              <p:cNvSpPr/>
              <p:nvPr/>
            </p:nvSpPr>
            <p:spPr>
              <a:xfrm>
                <a:off x="7832094" y="3650138"/>
                <a:ext cx="1151818" cy="541314"/>
              </a:xfrm>
              <a:prstGeom prst="rect">
                <a:avLst/>
              </a:prstGeom>
              <a:solidFill>
                <a:srgbClr val="D5813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de-DE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8330AFD-00AB-AE86-27E7-91DE9B5594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94" y="3650138"/>
                <a:ext cx="1151818" cy="5413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 4">
            <a:extLst>
              <a:ext uri="{FF2B5EF4-FFF2-40B4-BE49-F238E27FC236}">
                <a16:creationId xmlns:a16="http://schemas.microsoft.com/office/drawing/2014/main" id="{A8A1BEEF-DA26-BB04-EA59-96F6379AFA75}"/>
              </a:ext>
            </a:extLst>
          </p:cNvPr>
          <p:cNvSpPr/>
          <p:nvPr/>
        </p:nvSpPr>
        <p:spPr>
          <a:xfrm>
            <a:off x="200718" y="4097987"/>
            <a:ext cx="2893287" cy="85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rgbClr val="1A1A1A"/>
                </a:solidFill>
                <a:latin typeface="Arial"/>
                <a:cs typeface="Arial"/>
              </a:rPr>
              <a:t>Transmitted data size times number of overlapping links</a:t>
            </a:r>
            <a:endParaRPr lang="en-US" sz="1400" i="1" dirty="0">
              <a:latin typeface="Arial"/>
              <a:ea typeface="Calibri"/>
              <a:cs typeface="Arial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1D9D3D4A-3829-A1CC-E712-A945BE1B297B}"/>
              </a:ext>
            </a:extLst>
          </p:cNvPr>
          <p:cNvSpPr/>
          <p:nvPr/>
        </p:nvSpPr>
        <p:spPr>
          <a:xfrm>
            <a:off x="200718" y="5004780"/>
            <a:ext cx="2350617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Transmission delay</a:t>
            </a:r>
            <a:br>
              <a:rPr lang="en-US" b="1" dirty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en-US" b="1" dirty="0">
                <a:solidFill>
                  <a:srgbClr val="1A1A1A"/>
                </a:solidFill>
                <a:latin typeface="Arial"/>
                <a:cs typeface="Arial"/>
              </a:rPr>
              <a:t>in a 3D torus</a:t>
            </a:r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8072F47-30C4-749F-6018-82F175C01681}"/>
              </a:ext>
            </a:extLst>
          </p:cNvPr>
          <p:cNvSpPr/>
          <p:nvPr/>
        </p:nvSpPr>
        <p:spPr>
          <a:xfrm>
            <a:off x="3401415" y="4932197"/>
            <a:ext cx="1151818" cy="541314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C723D1-40D8-249C-7CE9-FBB7B0DBE458}"/>
              </a:ext>
            </a:extLst>
          </p:cNvPr>
          <p:cNvSpPr/>
          <p:nvPr/>
        </p:nvSpPr>
        <p:spPr>
          <a:xfrm>
            <a:off x="4891875" y="4932197"/>
            <a:ext cx="1151818" cy="541314"/>
          </a:xfrm>
          <a:prstGeom prst="rect">
            <a:avLst/>
          </a:prstGeom>
          <a:solidFill>
            <a:srgbClr val="D58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2.34m</a:t>
            </a:r>
            <a:endParaRPr lang="en-US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2DC70B8-FB6F-A515-2A7C-0B6FF94C11FD}"/>
              </a:ext>
            </a:extLst>
          </p:cNvPr>
          <p:cNvSpPr/>
          <p:nvPr/>
        </p:nvSpPr>
        <p:spPr>
          <a:xfrm>
            <a:off x="6355201" y="4932197"/>
            <a:ext cx="1151818" cy="541314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2.08m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  <a:cs typeface="Arial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88998BF-373A-D851-C49F-573DF38ED5D9}"/>
              </a:ext>
            </a:extLst>
          </p:cNvPr>
          <p:cNvSpPr/>
          <p:nvPr/>
        </p:nvSpPr>
        <p:spPr>
          <a:xfrm>
            <a:off x="7818527" y="4932197"/>
            <a:ext cx="1151818" cy="541314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2.16m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7E88C5CA-EC7D-F67A-5B4B-37BF44F51D03}"/>
              </a:ext>
            </a:extLst>
          </p:cNvPr>
          <p:cNvSpPr/>
          <p:nvPr/>
        </p:nvSpPr>
        <p:spPr>
          <a:xfrm>
            <a:off x="3083655" y="5848099"/>
            <a:ext cx="892190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Optimal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666C7-38A2-3EBE-453B-06C0B804119E}"/>
              </a:ext>
            </a:extLst>
          </p:cNvPr>
          <p:cNvSpPr/>
          <p:nvPr/>
        </p:nvSpPr>
        <p:spPr>
          <a:xfrm>
            <a:off x="2364687" y="5949704"/>
            <a:ext cx="609148" cy="236062"/>
          </a:xfrm>
          <a:prstGeom prst="rect">
            <a:avLst/>
          </a:prstGeom>
          <a:solidFill>
            <a:srgbClr val="2C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7456535-96F9-6966-16A4-76407B1C45A5}"/>
              </a:ext>
            </a:extLst>
          </p:cNvPr>
          <p:cNvSpPr/>
          <p:nvPr/>
        </p:nvSpPr>
        <p:spPr>
          <a:xfrm>
            <a:off x="4603131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Near-Optimal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3BB6D-344F-DEC3-C45C-FB33680214BE}"/>
              </a:ext>
            </a:extLst>
          </p:cNvPr>
          <p:cNvSpPr/>
          <p:nvPr/>
        </p:nvSpPr>
        <p:spPr>
          <a:xfrm>
            <a:off x="3857031" y="5949704"/>
            <a:ext cx="609148" cy="236062"/>
          </a:xfrm>
          <a:prstGeom prst="rect">
            <a:avLst/>
          </a:prstGeom>
          <a:solidFill>
            <a:srgbClr val="CBD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0E9DB6-A812-F9E4-BE02-0F875D708FB3}"/>
              </a:ext>
            </a:extLst>
          </p:cNvPr>
          <p:cNvSpPr/>
          <p:nvPr/>
        </p:nvSpPr>
        <p:spPr>
          <a:xfrm>
            <a:off x="5953096" y="5949704"/>
            <a:ext cx="609148" cy="236062"/>
          </a:xfrm>
          <a:prstGeom prst="rect">
            <a:avLst/>
          </a:prstGeom>
          <a:solidFill>
            <a:srgbClr val="D58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37C3A18-D5CA-D62E-D397-8CB2D91E7F5C}"/>
              </a:ext>
            </a:extLst>
          </p:cNvPr>
          <p:cNvSpPr/>
          <p:nvPr/>
        </p:nvSpPr>
        <p:spPr>
          <a:xfrm>
            <a:off x="6644929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1A1A1A"/>
                </a:solidFill>
                <a:latin typeface="Arial"/>
                <a:cs typeface="Arial"/>
              </a:rPr>
              <a:t>Average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A1A74-025E-7E02-141C-FE18C0401EDB}"/>
              </a:ext>
            </a:extLst>
          </p:cNvPr>
          <p:cNvSpPr/>
          <p:nvPr/>
        </p:nvSpPr>
        <p:spPr>
          <a:xfrm>
            <a:off x="7465790" y="5949704"/>
            <a:ext cx="609148" cy="236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b="1" dirty="0">
              <a:latin typeface="Arial"/>
              <a:ea typeface="Calibri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01E7412-63ED-D3A6-98D2-363D115BD13E}"/>
              </a:ext>
            </a:extLst>
          </p:cNvPr>
          <p:cNvSpPr/>
          <p:nvPr/>
        </p:nvSpPr>
        <p:spPr>
          <a:xfrm>
            <a:off x="8205107" y="5848099"/>
            <a:ext cx="1197443" cy="43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Worst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56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5F39-FA5B-3DD2-9BA8-80D5205A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AF149-7326-ABF2-EFBD-2329A475C5B2}"/>
              </a:ext>
            </a:extLst>
          </p:cNvPr>
          <p:cNvSpPr txBox="1"/>
          <p:nvPr/>
        </p:nvSpPr>
        <p:spPr>
          <a:xfrm>
            <a:off x="152400" y="101600"/>
            <a:ext cx="84353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to multidimensional tori</a:t>
            </a:r>
            <a:b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 to arbitrary network sizes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fig5.jpg">
            <a:extLst>
              <a:ext uri="{FF2B5EF4-FFF2-40B4-BE49-F238E27FC236}">
                <a16:creationId xmlns:a16="http://schemas.microsoft.com/office/drawing/2014/main" id="{1822913A-41BC-D2AC-66A7-0BBB05BB7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230940"/>
            <a:ext cx="5370481" cy="2583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5699D3-FAA1-12D5-FD44-B62FDAE90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143" y="1609483"/>
            <a:ext cx="6237538" cy="1441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B9257-FADA-C7E6-20A9-8424C7AC9D93}"/>
              </a:ext>
            </a:extLst>
          </p:cNvPr>
          <p:cNvSpPr txBox="1"/>
          <p:nvPr/>
        </p:nvSpPr>
        <p:spPr>
          <a:xfrm>
            <a:off x="265429" y="2899073"/>
            <a:ext cx="397764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to D-dimensional tori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05F85-5E9C-8094-D7BD-79A9AAF85618}"/>
              </a:ext>
            </a:extLst>
          </p:cNvPr>
          <p:cNvSpPr txBox="1"/>
          <p:nvPr/>
        </p:nvSpPr>
        <p:spPr>
          <a:xfrm>
            <a:off x="265429" y="1332484"/>
            <a:ext cx="397764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 to arbitrary network sizes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72285E-F29C-32DD-0E60-9AE5A622B8C5}"/>
              </a:ext>
            </a:extLst>
          </p:cNvPr>
          <p:cNvSpPr/>
          <p:nvPr/>
        </p:nvSpPr>
        <p:spPr>
          <a:xfrm>
            <a:off x="200417" y="1080964"/>
            <a:ext cx="8854683" cy="5261670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87C11-80A9-C485-13D7-8CFB0A007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02" y="1200604"/>
            <a:ext cx="3548685" cy="4354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163B7A-2D2D-1314-DDE6-645BB819A5F4}"/>
              </a:ext>
            </a:extLst>
          </p:cNvPr>
          <p:cNvSpPr/>
          <p:nvPr/>
        </p:nvSpPr>
        <p:spPr>
          <a:xfrm>
            <a:off x="795237" y="2337331"/>
            <a:ext cx="3776764" cy="916409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8F768-809B-DD31-41F6-F61D67FEBA9C}"/>
              </a:ext>
            </a:extLst>
          </p:cNvPr>
          <p:cNvSpPr txBox="1"/>
          <p:nvPr/>
        </p:nvSpPr>
        <p:spPr>
          <a:xfrm>
            <a:off x="929638" y="2398450"/>
            <a:ext cx="364236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sz="24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analysis and details in the paper</a:t>
            </a:r>
            <a:endParaRPr sz="2400"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98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8E3F-D819-FBFF-B13E-2E7D83CD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029594-6F8A-EBAA-8AB0-70BD4CA65929}"/>
              </a:ext>
            </a:extLst>
          </p:cNvPr>
          <p:cNvSpPr/>
          <p:nvPr/>
        </p:nvSpPr>
        <p:spPr>
          <a:xfrm>
            <a:off x="312419" y="682538"/>
            <a:ext cx="7609523" cy="68136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86333-1DEB-2779-3C0E-CFE3C561850A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in SST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C09E129-EF34-EE98-96B4-ED0F56D24D4E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A9EEDC5-CD57-56CC-FE40-6CE4A0F4B1D9}"/>
              </a:ext>
            </a:extLst>
          </p:cNvPr>
          <p:cNvSpPr/>
          <p:nvPr/>
        </p:nvSpPr>
        <p:spPr>
          <a:xfrm>
            <a:off x="477992" y="761609"/>
            <a:ext cx="7548408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Simulator: SST (event-driven, packet-level)  ·  200 - 3200 Gb/s links  ·  200 ns per-hop latency  ·  α = 1.5 µs/step · Message sizes: 32B – 128MiB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F08AF3-3B91-D791-D58C-178C6A59B1CA}"/>
              </a:ext>
            </a:extLst>
          </p:cNvPr>
          <p:cNvSpPr/>
          <p:nvPr/>
        </p:nvSpPr>
        <p:spPr>
          <a:xfrm>
            <a:off x="270509" y="682538"/>
            <a:ext cx="83820" cy="68136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D4CFDF-68CA-12B3-BA5A-0062F160F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704" y="2275994"/>
            <a:ext cx="4212812" cy="252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5602EAF-0F75-F405-7860-A36C6CB37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275994"/>
            <a:ext cx="4212812" cy="25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455E75-820F-0FD0-C883-4A296C2DCEBD}"/>
              </a:ext>
            </a:extLst>
          </p:cNvPr>
          <p:cNvSpPr txBox="1"/>
          <p:nvPr/>
        </p:nvSpPr>
        <p:spPr>
          <a:xfrm>
            <a:off x="422908" y="1914823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torus, 32 ×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3B088-C828-25AF-BA37-D939E6075BC9}"/>
              </a:ext>
            </a:extLst>
          </p:cNvPr>
          <p:cNvSpPr txBox="1"/>
          <p:nvPr/>
        </p:nvSpPr>
        <p:spPr>
          <a:xfrm>
            <a:off x="4572000" y="1915255"/>
            <a:ext cx="511427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torus, 16 × 16 × 16</a:t>
            </a:r>
          </a:p>
        </p:txBody>
      </p:sp>
    </p:spTree>
    <p:extLst>
      <p:ext uri="{BB962C8B-B14F-4D97-AF65-F5344CB8AC3E}">
        <p14:creationId xmlns:p14="http://schemas.microsoft.com/office/powerpoint/2010/main" val="3166915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1EC6-67DF-8DF8-81E3-77770648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8EC7A2-8C11-3E40-2A1F-AAB4343BDB05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in SST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4E8B67B-672A-D819-99B4-9034B6C4961D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23188-9897-4226-6E3D-4FEB5BCA716B}"/>
              </a:ext>
            </a:extLst>
          </p:cNvPr>
          <p:cNvSpPr txBox="1"/>
          <p:nvPr/>
        </p:nvSpPr>
        <p:spPr>
          <a:xfrm>
            <a:off x="422908" y="1914823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torus, 32 × 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4D7603-F4AD-E345-6461-B614E580ED21}"/>
              </a:ext>
            </a:extLst>
          </p:cNvPr>
          <p:cNvSpPr txBox="1"/>
          <p:nvPr/>
        </p:nvSpPr>
        <p:spPr>
          <a:xfrm>
            <a:off x="4572000" y="1915255"/>
            <a:ext cx="511427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torus, 16 × 16 × 16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FAE327-5CB8-3C1B-2520-974E3407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04" y="2275994"/>
            <a:ext cx="4212812" cy="252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E48943-E248-7487-6BA6-A6FBA72B7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275994"/>
            <a:ext cx="4212812" cy="2520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96E279-2E72-17A2-72E9-738E2B686B85}"/>
              </a:ext>
            </a:extLst>
          </p:cNvPr>
          <p:cNvCxnSpPr>
            <a:cxnSpLocks/>
          </p:cNvCxnSpPr>
          <p:nvPr/>
        </p:nvCxnSpPr>
        <p:spPr>
          <a:xfrm flipV="1">
            <a:off x="1211292" y="3078480"/>
            <a:ext cx="5654328" cy="22326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0C07DA-5A71-59F8-6542-BE3D50D33BF0}"/>
              </a:ext>
            </a:extLst>
          </p:cNvPr>
          <p:cNvCxnSpPr>
            <a:cxnSpLocks/>
          </p:cNvCxnSpPr>
          <p:nvPr/>
        </p:nvCxnSpPr>
        <p:spPr>
          <a:xfrm flipV="1">
            <a:off x="1211292" y="2931334"/>
            <a:ext cx="1047514" cy="2379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B880DB-5ACB-F235-BAA8-C771427029AF}"/>
              </a:ext>
            </a:extLst>
          </p:cNvPr>
          <p:cNvCxnSpPr>
            <a:cxnSpLocks/>
          </p:cNvCxnSpPr>
          <p:nvPr/>
        </p:nvCxnSpPr>
        <p:spPr>
          <a:xfrm flipV="1">
            <a:off x="2084084" y="3157538"/>
            <a:ext cx="451470" cy="142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752C392-76A3-DD70-DD30-1E66A4032B20}"/>
              </a:ext>
            </a:extLst>
          </p:cNvPr>
          <p:cNvSpPr/>
          <p:nvPr/>
        </p:nvSpPr>
        <p:spPr>
          <a:xfrm>
            <a:off x="312419" y="682538"/>
            <a:ext cx="7609523" cy="68136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85CAE99-EED7-31D1-1F3F-AB38F3A4A54B}"/>
              </a:ext>
            </a:extLst>
          </p:cNvPr>
          <p:cNvSpPr/>
          <p:nvPr/>
        </p:nvSpPr>
        <p:spPr>
          <a:xfrm>
            <a:off x="477992" y="761609"/>
            <a:ext cx="7548408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Simulator: SST (event-driven, packet-level)  ·  200 - 3200 Gb/s links  ·  200 ns per-hop latency  ·  α = 1.5 µs/step · Message sizes: 32B – 128MiB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BCB7BE-9498-40B9-609F-723D2A383336}"/>
              </a:ext>
            </a:extLst>
          </p:cNvPr>
          <p:cNvSpPr/>
          <p:nvPr/>
        </p:nvSpPr>
        <p:spPr>
          <a:xfrm>
            <a:off x="270509" y="682538"/>
            <a:ext cx="83820" cy="68136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ECE0425-4747-3AB4-26CA-D7FB9D2E0E81}"/>
              </a:ext>
            </a:extLst>
          </p:cNvPr>
          <p:cNvSpPr/>
          <p:nvPr/>
        </p:nvSpPr>
        <p:spPr>
          <a:xfrm>
            <a:off x="270508" y="5460826"/>
            <a:ext cx="3196591" cy="43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from latency-optimal to bandwidth-optimal variants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0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BE19-6C00-0DB2-2AB2-2C449A11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DAAAE-9E9E-BAEC-9DEC-51C0B522ABC9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in SST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011B8AB-B84D-D853-2E03-B0F779075B14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669C6-558E-F275-4B1A-60D3F4150881}"/>
              </a:ext>
            </a:extLst>
          </p:cNvPr>
          <p:cNvSpPr txBox="1"/>
          <p:nvPr/>
        </p:nvSpPr>
        <p:spPr>
          <a:xfrm>
            <a:off x="422908" y="1914823"/>
            <a:ext cx="19469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torus, 32 × 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D70A7-08CA-F8DB-E1CA-2042694AA5F3}"/>
              </a:ext>
            </a:extLst>
          </p:cNvPr>
          <p:cNvSpPr txBox="1"/>
          <p:nvPr/>
        </p:nvSpPr>
        <p:spPr>
          <a:xfrm>
            <a:off x="4572000" y="1915255"/>
            <a:ext cx="511427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torus, 16 × 16 × 16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66B400-F6CC-689F-C9A5-A89BE773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704" y="2275994"/>
            <a:ext cx="4212812" cy="252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263D34-2631-488D-4933-8E791F7E2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275994"/>
            <a:ext cx="4212812" cy="2520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77E3F8-AA27-5848-3715-1AEA67D00C92}"/>
              </a:ext>
            </a:extLst>
          </p:cNvPr>
          <p:cNvCxnSpPr>
            <a:cxnSpLocks/>
          </p:cNvCxnSpPr>
          <p:nvPr/>
        </p:nvCxnSpPr>
        <p:spPr>
          <a:xfrm flipV="1">
            <a:off x="1211292" y="2931334"/>
            <a:ext cx="1047514" cy="2379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B5A177-C537-0955-BADC-D0DDBAC25113}"/>
              </a:ext>
            </a:extLst>
          </p:cNvPr>
          <p:cNvCxnSpPr>
            <a:cxnSpLocks/>
          </p:cNvCxnSpPr>
          <p:nvPr/>
        </p:nvCxnSpPr>
        <p:spPr>
          <a:xfrm flipV="1">
            <a:off x="2105025" y="3157538"/>
            <a:ext cx="430529" cy="1190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DFA10C-5914-A498-55AA-2408D4794A95}"/>
              </a:ext>
            </a:extLst>
          </p:cNvPr>
          <p:cNvCxnSpPr>
            <a:cxnSpLocks/>
          </p:cNvCxnSpPr>
          <p:nvPr/>
        </p:nvCxnSpPr>
        <p:spPr>
          <a:xfrm flipH="1" flipV="1">
            <a:off x="2971800" y="3329940"/>
            <a:ext cx="2324100" cy="2030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4439DE-C443-DF3C-4724-72340ADA1697}"/>
              </a:ext>
            </a:extLst>
          </p:cNvPr>
          <p:cNvCxnSpPr>
            <a:cxnSpLocks/>
          </p:cNvCxnSpPr>
          <p:nvPr/>
        </p:nvCxnSpPr>
        <p:spPr>
          <a:xfrm flipV="1">
            <a:off x="5295900" y="3329940"/>
            <a:ext cx="2472643" cy="2030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3">
            <a:extLst>
              <a:ext uri="{FF2B5EF4-FFF2-40B4-BE49-F238E27FC236}">
                <a16:creationId xmlns:a16="http://schemas.microsoft.com/office/drawing/2014/main" id="{0848B4F1-2813-70F6-1DC8-8491DC92F085}"/>
              </a:ext>
            </a:extLst>
          </p:cNvPr>
          <p:cNvSpPr/>
          <p:nvPr/>
        </p:nvSpPr>
        <p:spPr>
          <a:xfrm>
            <a:off x="4298950" y="5516144"/>
            <a:ext cx="3854450" cy="575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 point, where existing baselines are better due to </a:t>
            </a:r>
            <a:r>
              <a:rPr lang="de-DE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overlapping communications</a:t>
            </a:r>
            <a:endParaRPr lang="en-US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B217EFE-7FB0-C7B8-A182-4C2BFCC3D8CB}"/>
              </a:ext>
            </a:extLst>
          </p:cNvPr>
          <p:cNvSpPr/>
          <p:nvPr/>
        </p:nvSpPr>
        <p:spPr>
          <a:xfrm>
            <a:off x="270508" y="5460826"/>
            <a:ext cx="3196591" cy="43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from latency-optimal to bandwidth-optimal variants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5A9447-E6DD-4AD5-810F-ACAC76002A8C}"/>
              </a:ext>
            </a:extLst>
          </p:cNvPr>
          <p:cNvSpPr/>
          <p:nvPr/>
        </p:nvSpPr>
        <p:spPr>
          <a:xfrm>
            <a:off x="312419" y="682538"/>
            <a:ext cx="7609523" cy="68136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1BDD83A-50CE-E94E-9107-BEFC4FA83E27}"/>
              </a:ext>
            </a:extLst>
          </p:cNvPr>
          <p:cNvSpPr/>
          <p:nvPr/>
        </p:nvSpPr>
        <p:spPr>
          <a:xfrm>
            <a:off x="477992" y="761609"/>
            <a:ext cx="7548408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Simulator: SST (event-driven, packet-level)  ·  200 - 3200 Gb/s links  ·  200 ns per-hop latency  ·  α = 1.5 µs/step · Message sizes: 32B – 128MiB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4F67B4-FD05-374D-C1F2-49AB305C43E2}"/>
              </a:ext>
            </a:extLst>
          </p:cNvPr>
          <p:cNvSpPr/>
          <p:nvPr/>
        </p:nvSpPr>
        <p:spPr>
          <a:xfrm>
            <a:off x="270509" y="682538"/>
            <a:ext cx="83820" cy="68136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7675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1B4DA-2A96-20D9-9E23-E644E0F7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B9F83A-F056-3626-32FC-E631F5FC841C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7CAD12F-E638-BCF6-AF5B-EF5B994C0A0E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4148F472-632E-0443-6075-2EF4D6ABC675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A5B0AB5A-167E-A3F9-E5DB-9180E4124970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7978B1BF-5547-A910-6FAC-0A475AA8CB05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3CEF78E7-B6BB-B717-75F7-1ADDF8EA21B5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29FC7462-658F-1D44-7877-DEB90CABDCC1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9BC2118F-2139-7DF9-D222-AB81B757110C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B5C213-6BFB-2835-94DE-C2197B8AE46E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9AFCB802-DC70-3BFF-64B7-12DD30474468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751198BF-E1F1-8865-D30B-23D807E2ABCA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AACD5D7D-CCA2-889C-CECC-509CF277F348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07FE9CC1-C587-28F8-A6D8-3A7B18295FF4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BFE9FD9A-A27C-D87F-7F95-55B286FDD067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20ABD3AA-F599-D04E-4C16-31B541F19EF2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DF2B853F-B1B4-7644-3668-88F29459E194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7BF43B0F-AB3A-7144-F3B6-9E07DB2138F4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DA8F40BF-9346-2533-A3A7-93965BCB9908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7D55628F-B03B-66AC-4BF0-691AC05677BF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E39535A9-E969-E88F-BF33-DE3C7419F824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A647D6AC-0B14-9A46-0D12-46495203D5A6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CD518F92-6F23-408C-8F7F-407A55B59D1D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BE706681-41EE-6F9B-1625-05AE4A2BB558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8B99C27F-3066-868E-7FAB-A79929FAC36F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2C2BA3D0-FA1C-DFB4-8F33-B906979AB4BB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836AA8E1-6FB0-27DE-910C-E195A6463E98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48292548-54C5-12CA-E93F-92823C7AEA0A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A06B82A6-8F18-95FE-57B9-5633EE5F9826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3CF66A8E-EB20-CBAE-961B-A6F4F4232F45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03D654D-383D-9517-B670-0BEF6790C078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670C8E97-031F-517E-A0EB-E1F2103FD804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DEBA62B0-F924-2F19-0F4B-AC99D678A28E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96FDF901-EA75-A6F9-4B8D-D12BBC3D03AD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77385C3E-1718-FD6E-E122-B86663F223F0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24790D6E-E029-2F5D-0404-276D15E20209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083F3227-5D1A-777F-8EC2-BE4B04BC43D6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58378D53-3542-B69C-DF39-93BA092C8475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2DEBCBDE-176A-AEF9-8A51-7B65B744FB31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BE388123-2E32-51E7-90B1-008561B672A8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07E727F0-7E7D-FDB7-D275-EC02C0E573E7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7EF53F50-CA04-3C23-6AFE-28736078E94C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5E3752A0-7EC4-05B8-729E-430095DE2363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668B1-3776-3F25-D052-5EAED9F4CDA7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D619D0-B16D-BB1E-D4EE-5E53D05F1D14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556AA-F198-2137-1D8E-022A431B260C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C1CF8-1DEF-67C7-149A-A2812C9D9A16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6A7E8-0A19-F59A-2D57-C2B7E1AD9D43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84582-AF6E-600E-7B52-4F8612EFEDC0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8C2700-FE39-E100-8258-5F545863C688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A6D83A-83DE-AB02-09C9-BC448887EDE4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8B902-1355-7351-7EA0-C3207A0BF6E3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55A16F-D493-87D9-4D11-4715982E9C26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E2D74A-43B0-AE90-7EBC-147830170B28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F1234-A1AC-44C3-7B5A-19C83160D295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B188F-A060-074B-9D95-348D5F1CB259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B19E86-B489-E285-EBE1-08A7AC0B04B1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128F16-3112-6B2D-1902-5993F9772956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DDC6B6-EFE3-15B6-3760-2DCAB25211B8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ACA6A3-2252-D06B-93BB-A819CD00B5AA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7CEDB5-3161-7F08-9E82-CA9374714DDF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B53859-314C-9F55-8615-0E479C4884E8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690AE0-D573-66DD-39C5-D57CDADF3045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88812B-AF00-6990-4432-7B014781B8CD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4052D1-7485-0430-F22D-C3E0E2E4930D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7C68F9-54E0-194E-3B0A-1ED4DA88591E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173321-9194-5688-F467-07665CD127D9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64ECB3-7E73-8306-E015-6A282087F251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5E25C5D-547C-46DD-034F-E3F013BD8638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5C1A89-56E6-06DC-50CC-C8B9227B8D62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B53993-25C3-83FC-F51B-46FF0239FD76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BBAD902-9149-DC51-9DC0-99E4D3966A2D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4E57C2-6D9A-C7B0-1571-E7F5D088F55D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97DB6663-5576-2504-8E0B-B1A17C1525C9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EA453ABD-F279-A7BD-1F67-3F0230FD03E9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855DE69F-A34E-876E-BCCC-498AF1324AC2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Rectangle 907">
            <a:extLst>
              <a:ext uri="{FF2B5EF4-FFF2-40B4-BE49-F238E27FC236}">
                <a16:creationId xmlns:a16="http://schemas.microsoft.com/office/drawing/2014/main" id="{D0D89C44-534E-142B-7C5A-2AE684FE3478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E3A09898-1AE6-04BC-31F9-17807779341C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BFD0D6BA-E01A-6859-1BB1-FFD964ACF236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CFD995B6-6759-15AC-34F9-5B3FE6408FE9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558E2737-1346-038E-D8E2-8AA24406831F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921AAD1B-07A2-6468-5463-1C176ABA8BCA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Rectangle 931">
            <a:extLst>
              <a:ext uri="{FF2B5EF4-FFF2-40B4-BE49-F238E27FC236}">
                <a16:creationId xmlns:a16="http://schemas.microsoft.com/office/drawing/2014/main" id="{54981DDF-E18E-A67F-6D68-1E809CA1CD5E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BAB9A43E-5F84-5445-2377-4BDA1D3C3E17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37337D41-F54F-504B-A7F3-4F681B86E5BA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4E6DA9A9-3019-53CA-287C-927EDCF55114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29596233-7448-8907-63E8-9723A797BB92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61F94CE9-141B-D36A-68CF-5FD032A7E1A4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584C5265-C40E-2F03-7ED6-90754B6D76E1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BDF22DEB-8744-5A14-E4D8-2201E1B42ABF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6C77D406-D100-993B-CCF1-B3EFA2BD13DC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4A53DC98-C193-488E-0978-6B1B858AFC4A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AB5E5286-DD82-D69C-86D2-E84F28CD9884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40AD25CE-F5A7-4B09-84EA-182F6370461B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26B259CC-4141-14CE-5E52-520F030612E0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505901C4-0DC2-3E08-35AA-C982A244E4E3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743447D0-8FDA-CD91-DCDA-2E9D104EAFCF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8B885761-86FA-DE97-5E66-55C71BC9CC1F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9BD70645-CBDA-8FD0-481E-FC4010F7F7DE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282B36E7-6059-A7A8-3CDA-34885657F144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70DC4068-AB56-4A31-968D-F8DB0EABD27B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6812C7DE-88D9-DDEB-6629-E25CDBD682C4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C9D573CA-2E47-2BB2-A847-100F777FAA50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64F90FB-E4E9-6370-88E9-AD9D6858D372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0540294C-44BB-32A3-DB5A-B2A220C546A1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EF85A00D-60CB-E077-E965-136ECCB1BF2C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F5785DCD-44F5-EE41-489E-061D500D41E4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7A90710F-2FA2-178C-3887-7E1F8538DA42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4A59E592-6D4E-C34B-105C-C13C43703FD1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8DD48CFE-262E-634F-6BA6-8C5F2D9B61A1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910930C2-AFEA-3D74-F2E9-F78EE81D8BF5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22477170-8B8B-A0FA-C24B-0E6FC978BA7B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6E20037F-5BCF-62D4-9EB2-E3E04AE1179F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3BFAA83B-7A7E-3018-C8A5-B48E668E70CA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7682994A-0EF0-A6FE-E9BF-2267F9D1A445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58F666E6-1CDB-B4D2-8CFA-1E8E73D73991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ACE3E489-44A5-2459-B51F-EA12E0883D4A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FF186F62-0222-C087-D101-6EB313A2799E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40C33844-ECD6-8E09-EDFD-7A84A9BAAA3E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43ACE0D7-3FD0-1386-65F3-499F3E7EB86E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1A3C4784-67FB-F64B-F9FA-F34DD57D0523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2D70A7A-6A04-B7CA-63FE-59E488D35E17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59EF55A6-8441-AD15-413A-B188D004FF0F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0BBCF34C-01D7-3775-14C9-46ACF34331DE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5C225647-E7B2-CF20-26AE-419A4E001D89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28415551-C0A7-75A9-9BB2-9E09442B0D5C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CE46EE28-2AF2-D807-8789-61B598D4AAF5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B203BB4C-BDB8-C259-91D7-971DB3EAFB1C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096395AE-7E53-9C4E-F51E-38D05BBC4925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034C5E6C-FD58-75BB-CCDF-32159A0EE946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2FBC3C0-75CF-74BF-7E57-7094E2B096C0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404EC1D4-EE8F-5877-E274-B919BAE27696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9573E0A7-F528-9FD9-948C-9E80BB4C6317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4566DB3D-B074-5AE7-E69D-D118AA27DF72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C9441927-40F9-53CA-6F8E-BA88C249AEF0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9743537-25F7-9650-F369-92B5667B0882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13BF58C-EAC5-A1E0-B653-903531E9DDBB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0845C49-7BD6-1217-F568-C9A763822E47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43CCA4A6-2FEB-2E04-B1C5-63EEF7F36ECA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A9119D0-AC9A-44FA-61D8-29ACE892B22B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6210CBB3-A6FF-6D0E-5C64-2BB618D40064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2B25B9C-01A2-B644-D70C-728B4CB92F9E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B81C25DD-28D5-FC91-C020-911EAC6754A6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99C880D6-9BAF-8F6E-46BC-3B11C4FBD76F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DD98259C-A26E-24FB-685C-8E795FB1B501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B1BA5C50-5520-6890-98F1-9C2BD8F39A22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949CA5F-CB3E-7856-D38B-F403A9B159A7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9713B7F3-2372-3504-3DEA-E410A46A9762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EAFF7209-95E8-3DED-A123-01E3F57FB472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0CE06B37-B610-0600-3A67-D1E0ABE99537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9B1B4515-A313-E51C-911B-EF5F0FBC6377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C02B6812-7B02-191F-61B4-BF129661C243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241C89DE-DB7A-428F-B542-F1A40AEC118F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84A5E389-FE13-BBC4-BD65-AB7207FCED06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8D45BA9-C408-0474-0E3B-56354055D0FD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6A40DCD6-842B-5FAC-537A-92F8454B88B5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DA9177B3-7E7F-62B8-E482-EA29DD40F110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8257101E-CFD5-F2D4-2338-42C886060191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DBF23849-1635-EB6D-B268-C7D0A416B798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B61BFCF-B71C-03A9-E6C7-F50C3D60166C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8ED13A72-ED7C-4076-FB81-C27D94D53B9C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DE544178-315A-B87C-56B9-0CE7068B8A04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10648FC6-5DAF-7751-FC25-923E4ED0948E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DB682701-B600-9A8B-0938-EC144DA563BA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2" name="Rectangle 701">
            <a:extLst>
              <a:ext uri="{FF2B5EF4-FFF2-40B4-BE49-F238E27FC236}">
                <a16:creationId xmlns:a16="http://schemas.microsoft.com/office/drawing/2014/main" id="{B2B535A6-9881-4E27-7429-D8768D6C56EC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8140FA14-2C86-B950-2980-FF950A8F5ABC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F0512310-C5B0-479E-712E-48A95D7F3847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632FB100-B82A-5B9A-E786-E6223DF07F1E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ABA78737-03F7-F501-F3D9-15FC82CDBE75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9F64CA73-A0F7-FFF0-823C-69CE5B1F2C09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427D7E55-4638-68A0-032C-D3AF756DFAA5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0E599C36-9294-7662-BCFC-82C8D1CA37E1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0BC4E3D6-3E30-89CC-81B5-CB8F8CFBBB25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DABADC78-D1AB-5E69-E237-97928B46CD7B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8735C7FF-C2A3-1850-93D5-E1DF6962698B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826087B1-B3AD-BC39-BD4F-04D9DE54379F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3220BC34-C475-5205-CA8C-9E64E3A8D3F2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49245467-2CB0-A1AE-9B44-36C56C5963D1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CDAF2F5A-2DE6-C35E-0F0E-F4544EB1B710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1122CE46-BE0C-61DB-14CC-677447DDCBF2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E6D88658-EB49-1AD3-B7CA-3CBFB6BE12D0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5798B6AB-2F04-860E-1970-A03CC333C499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21C8DAA9-4A3C-7ACC-A2B6-4B57A0DD0B8E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4" name="Rectangle 713">
            <a:extLst>
              <a:ext uri="{FF2B5EF4-FFF2-40B4-BE49-F238E27FC236}">
                <a16:creationId xmlns:a16="http://schemas.microsoft.com/office/drawing/2014/main" id="{D29F4C5D-343D-A4E3-A939-C9DCC8BAB4C7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9519733B-B20D-4C1E-B12D-379E7CDE51BF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52A3059C-B134-F19E-BF4D-18D23994CBB5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DC3FFCD6-987B-3C59-FB6F-B17F72DA0709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Rectangle 729">
            <a:extLst>
              <a:ext uri="{FF2B5EF4-FFF2-40B4-BE49-F238E27FC236}">
                <a16:creationId xmlns:a16="http://schemas.microsoft.com/office/drawing/2014/main" id="{48C095B1-A3C1-2B3E-D133-2E299E52945A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Rectangle 733">
            <a:extLst>
              <a:ext uri="{FF2B5EF4-FFF2-40B4-BE49-F238E27FC236}">
                <a16:creationId xmlns:a16="http://schemas.microsoft.com/office/drawing/2014/main" id="{40420008-1EC0-6824-40AE-5E308079E633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B813110B-F594-F085-95AE-864A4B0B7C8F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Rectangle 741">
            <a:extLst>
              <a:ext uri="{FF2B5EF4-FFF2-40B4-BE49-F238E27FC236}">
                <a16:creationId xmlns:a16="http://schemas.microsoft.com/office/drawing/2014/main" id="{D70D8C1A-D341-8F56-06FE-79E3310BFB53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03B1C220-A964-26C3-6021-FCADD0A0B8CC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D8FED73-FE6E-4A7B-31A0-8D720067E303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CA87B1DB-56CB-F2C1-A61E-F69619BAD9B4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D329384F-55D7-09DA-FA77-B0D53080184D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765A3E99-BF90-70A6-6F9D-ADEE26D4E0AE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78238402-7E9D-1BEF-6686-2EF904A38314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22AD54E8-2332-1241-A5FC-E545E2F47F33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Rectangle 1157">
            <a:extLst>
              <a:ext uri="{FF2B5EF4-FFF2-40B4-BE49-F238E27FC236}">
                <a16:creationId xmlns:a16="http://schemas.microsoft.com/office/drawing/2014/main" id="{EFC597FE-E8E3-A1DA-873D-8732B2ACF352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C2B33865-8EF0-A564-B0AE-1EAA00C41D1E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Rectangle 1165">
            <a:extLst>
              <a:ext uri="{FF2B5EF4-FFF2-40B4-BE49-F238E27FC236}">
                <a16:creationId xmlns:a16="http://schemas.microsoft.com/office/drawing/2014/main" id="{E1DBD543-1AAD-CD68-B9FB-AD2E3A64B411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B0F3EC17-C21E-6393-CD54-12B4E695A663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F03B66BC-A5A8-963F-417E-48A96EBA9662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Rectangle 1177">
            <a:extLst>
              <a:ext uri="{FF2B5EF4-FFF2-40B4-BE49-F238E27FC236}">
                <a16:creationId xmlns:a16="http://schemas.microsoft.com/office/drawing/2014/main" id="{32DB9C1C-8308-84ED-DC7B-6C8F62565365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Rectangle 1181">
            <a:extLst>
              <a:ext uri="{FF2B5EF4-FFF2-40B4-BE49-F238E27FC236}">
                <a16:creationId xmlns:a16="http://schemas.microsoft.com/office/drawing/2014/main" id="{C5071C5C-B05C-A3BC-3684-5EAFDE0B2C80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Rectangle 1185">
            <a:extLst>
              <a:ext uri="{FF2B5EF4-FFF2-40B4-BE49-F238E27FC236}">
                <a16:creationId xmlns:a16="http://schemas.microsoft.com/office/drawing/2014/main" id="{A731DB50-E98C-6981-163A-D84F4527B260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E5FF032C-894D-C965-6FF9-C667957B4362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Rectangle 1193">
            <a:extLst>
              <a:ext uri="{FF2B5EF4-FFF2-40B4-BE49-F238E27FC236}">
                <a16:creationId xmlns:a16="http://schemas.microsoft.com/office/drawing/2014/main" id="{5D4CDA07-3C00-A6DA-21ED-7A0F5105AAE6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A158D1AF-CE5B-23D6-F98B-A71CA32312AD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A69A1D55-095A-45C7-20F0-4387420B9832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0EE724C6-3624-53B6-C824-6426E5663D77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A217D2EF-70B5-822A-73A3-6A16B129E6BE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A820986E-DF9D-A0A4-B5B5-8D76BAB2B4AE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59F2C33C-D153-C843-5773-7E3E7318D5D5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4E79F69-5A36-6F55-1354-D7D7745FB8D8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36BFDCB3-4B3C-8D2C-B9EF-F82A2E2D4FFE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36791BE2-3FDE-78EB-932E-F89AEAA94556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43013189-0A7B-A619-4506-5441E3B6C27A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85CD5F86-B8A9-7A9B-B44B-34D997EEA5AC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09D88F86-AD9A-6072-1772-41279B8F996C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31EC06EB-058D-7F4B-3EDF-C93BAA3D37E3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0802C9A8-0F11-15BD-850C-E97CADBB6492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8D987DB2-EEE0-CBCA-1B4F-805E3D587EB0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0F358ECE-F557-A0D6-9A8D-A638A0E2E6F6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1FB6EA3F-EA9C-D354-A4C7-7B374A4BEA4B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FFDBC5DA-EA21-C279-4624-31D83F364E53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640CB896-5440-A8C6-D159-F5BA35340E15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93E7F0FA-ADAF-7178-34AC-037F1F58FE0C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F8964DD6-F1B2-9082-2A57-E45D1416FC15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Rectangle 1215">
            <a:extLst>
              <a:ext uri="{FF2B5EF4-FFF2-40B4-BE49-F238E27FC236}">
                <a16:creationId xmlns:a16="http://schemas.microsoft.com/office/drawing/2014/main" id="{1477D500-87DA-1D55-5DEE-C1E8CF8087D7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Rectangle 1217">
            <a:extLst>
              <a:ext uri="{FF2B5EF4-FFF2-40B4-BE49-F238E27FC236}">
                <a16:creationId xmlns:a16="http://schemas.microsoft.com/office/drawing/2014/main" id="{354DEFC3-F27B-B67D-D882-0EA608A07A74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Rectangle 1219">
            <a:extLst>
              <a:ext uri="{FF2B5EF4-FFF2-40B4-BE49-F238E27FC236}">
                <a16:creationId xmlns:a16="http://schemas.microsoft.com/office/drawing/2014/main" id="{33CF76FA-06BF-23E8-3788-F5E2BCEF58E0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Rectangle 1222">
            <a:extLst>
              <a:ext uri="{FF2B5EF4-FFF2-40B4-BE49-F238E27FC236}">
                <a16:creationId xmlns:a16="http://schemas.microsoft.com/office/drawing/2014/main" id="{49BC9422-867D-DCEE-DFE7-90D2203D932A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09F6E9AA-CC05-75F6-4669-83A50087ECB8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Rectangle 1226">
            <a:extLst>
              <a:ext uri="{FF2B5EF4-FFF2-40B4-BE49-F238E27FC236}">
                <a16:creationId xmlns:a16="http://schemas.microsoft.com/office/drawing/2014/main" id="{7899C635-D2AF-9612-95E9-74F361F011C0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3D3055D4-A3DB-5D68-20E9-DC2450FAE2FE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Rectangle 1230">
            <a:extLst>
              <a:ext uri="{FF2B5EF4-FFF2-40B4-BE49-F238E27FC236}">
                <a16:creationId xmlns:a16="http://schemas.microsoft.com/office/drawing/2014/main" id="{58772923-EA49-4772-DDFA-5A76443B5CDA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Rectangle 1232">
            <a:extLst>
              <a:ext uri="{FF2B5EF4-FFF2-40B4-BE49-F238E27FC236}">
                <a16:creationId xmlns:a16="http://schemas.microsoft.com/office/drawing/2014/main" id="{21EB97BC-FB0B-90F2-3FCC-8CE79D5D4138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ctangle 1234">
            <a:extLst>
              <a:ext uri="{FF2B5EF4-FFF2-40B4-BE49-F238E27FC236}">
                <a16:creationId xmlns:a16="http://schemas.microsoft.com/office/drawing/2014/main" id="{5E41D8E2-BD26-36A9-8254-EB39077E01CD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Rectangle 1236">
            <a:extLst>
              <a:ext uri="{FF2B5EF4-FFF2-40B4-BE49-F238E27FC236}">
                <a16:creationId xmlns:a16="http://schemas.microsoft.com/office/drawing/2014/main" id="{A5AC37F6-E9C1-F840-1DDE-2F5C9E81A1A5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66BE641A-7C0D-A829-F853-A0A87DD1B5B7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DC3EB88D-E0FD-722E-9481-6B1E9C3EED1D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8EFB8026-26CA-546F-23CD-81B90F862987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AB799AA3-EC19-ADC7-DCB7-087412147EDA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Rectangle 1246">
            <a:extLst>
              <a:ext uri="{FF2B5EF4-FFF2-40B4-BE49-F238E27FC236}">
                <a16:creationId xmlns:a16="http://schemas.microsoft.com/office/drawing/2014/main" id="{A67538F5-6413-4C59-FEEA-54F2602D1A1F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Rectangle 1248">
            <a:extLst>
              <a:ext uri="{FF2B5EF4-FFF2-40B4-BE49-F238E27FC236}">
                <a16:creationId xmlns:a16="http://schemas.microsoft.com/office/drawing/2014/main" id="{017493FF-F9F7-6CE9-8BC1-BC7BCDCB4C98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CAFC1B24-4F95-34E1-7C55-DEB1B849BDA2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1ED2C103-DB4A-2D8F-225D-5BC5ECBD8743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D77F6C4-F86C-7540-7492-31A346CBD570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27607017-0A41-05D3-F88F-0EFB61A6565C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Rectangle 1258">
            <a:extLst>
              <a:ext uri="{FF2B5EF4-FFF2-40B4-BE49-F238E27FC236}">
                <a16:creationId xmlns:a16="http://schemas.microsoft.com/office/drawing/2014/main" id="{94707198-9EFB-9DFC-FD58-D68B7CA0CF43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533F68A6-594C-3E2F-D8AC-75F2099E09D7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05447B4E-30B6-57F2-1C4B-087CA15DD9C8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A1BCFBD9-28EB-B4C8-E4CE-5CFE80F84791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Rectangle 1266">
            <a:extLst>
              <a:ext uri="{FF2B5EF4-FFF2-40B4-BE49-F238E27FC236}">
                <a16:creationId xmlns:a16="http://schemas.microsoft.com/office/drawing/2014/main" id="{98C7AF07-964F-42BC-4432-EFADA4310ABE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Rectangle 1268">
            <a:extLst>
              <a:ext uri="{FF2B5EF4-FFF2-40B4-BE49-F238E27FC236}">
                <a16:creationId xmlns:a16="http://schemas.microsoft.com/office/drawing/2014/main" id="{0463D8B5-84B6-8D2C-69BD-0FA7F44F5A10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C6940C7D-F641-B733-0ECA-CCBC1FACF075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3C8D57EE-180F-82A0-378A-AEEC341F2E30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5C85A7B3-370C-376E-8B74-A435AB80F3F8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Rectangle 1276">
            <a:extLst>
              <a:ext uri="{FF2B5EF4-FFF2-40B4-BE49-F238E27FC236}">
                <a16:creationId xmlns:a16="http://schemas.microsoft.com/office/drawing/2014/main" id="{52F88574-D5CD-E8AA-8457-102AE5EA5FC2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97E21825-C639-375E-F7D1-F6FF19BA5786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C0339875-7446-25EE-5D21-BB0E15CB83FB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BA66E4E5-03FA-057B-13D8-B02061FB09CD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2" name="Rectangle 841">
            <a:extLst>
              <a:ext uri="{FF2B5EF4-FFF2-40B4-BE49-F238E27FC236}">
                <a16:creationId xmlns:a16="http://schemas.microsoft.com/office/drawing/2014/main" id="{D56D5034-3419-2E88-1E7C-0C72154DFF7C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1CDE87E7-8272-1599-349E-84846919B10B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B442DD07-A4F1-25E2-92B4-A53D39E81729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2470356A-EA15-7C6A-10D0-3567C7418D4A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48004016-BFAF-6C23-86C9-621E642C2092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E3CF352B-4232-532A-4B6D-F73470AE335A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49DC4A88-159D-CD93-768B-5AEC096BBDD2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04BD05F8-83EF-80CA-E6D8-015E8FCA50B6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771E63A3-1740-0F5F-3E5C-497C571C4E77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FBF3FBE9-5BC7-7DDA-B3D1-B00FA4150866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439E56EB-FF07-5C54-7ED1-C4BFFA8C1F55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645E0A5A-B429-FD49-4A88-B5D72ADD8A37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3552D82E-46E7-A324-CFF1-F3A2A2FF784B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C236B87B-9843-65F6-4C45-4A4DD6E094C1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9B75FDCF-1AE3-7135-B7CE-7D1F9A10C85D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6B37A773-7591-9E64-F7C5-EBE7B0785283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0637D030-2FEB-408E-0ED9-BAB72714455E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Rectangle 1286">
            <a:extLst>
              <a:ext uri="{FF2B5EF4-FFF2-40B4-BE49-F238E27FC236}">
                <a16:creationId xmlns:a16="http://schemas.microsoft.com/office/drawing/2014/main" id="{13D2CE03-0989-89B0-EC93-E19617F8CF02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Rectangle 1288">
            <a:extLst>
              <a:ext uri="{FF2B5EF4-FFF2-40B4-BE49-F238E27FC236}">
                <a16:creationId xmlns:a16="http://schemas.microsoft.com/office/drawing/2014/main" id="{5E9CEFFF-6BE2-E74A-5982-DA536A9BF648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Rectangle 1290">
            <a:extLst>
              <a:ext uri="{FF2B5EF4-FFF2-40B4-BE49-F238E27FC236}">
                <a16:creationId xmlns:a16="http://schemas.microsoft.com/office/drawing/2014/main" id="{16C17227-E3AC-7B63-FA5F-309CAEF6B6C4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7ED64980-1669-491A-D66B-6FA645B50F10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Rectangle 1294">
            <a:extLst>
              <a:ext uri="{FF2B5EF4-FFF2-40B4-BE49-F238E27FC236}">
                <a16:creationId xmlns:a16="http://schemas.microsoft.com/office/drawing/2014/main" id="{B91F2CDF-752A-4D4F-DEA4-286C70BB1E63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81C32D29-3FF5-8896-BA00-2C848DCE2662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B57CFC5-450B-2F9E-947F-CDF78CD69336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ectangle 1300">
            <a:extLst>
              <a:ext uri="{FF2B5EF4-FFF2-40B4-BE49-F238E27FC236}">
                <a16:creationId xmlns:a16="http://schemas.microsoft.com/office/drawing/2014/main" id="{E92430CD-C1D3-090F-053B-770B63E61C51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ectangle 1302">
            <a:extLst>
              <a:ext uri="{FF2B5EF4-FFF2-40B4-BE49-F238E27FC236}">
                <a16:creationId xmlns:a16="http://schemas.microsoft.com/office/drawing/2014/main" id="{FB7E7DDA-1EF7-7639-D22B-4F5F219B209D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Rectangle 1304">
            <a:extLst>
              <a:ext uri="{FF2B5EF4-FFF2-40B4-BE49-F238E27FC236}">
                <a16:creationId xmlns:a16="http://schemas.microsoft.com/office/drawing/2014/main" id="{ED2B6893-BBCA-770B-0C19-6B86A74BC1AA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7" name="Rectangle 1306">
            <a:extLst>
              <a:ext uri="{FF2B5EF4-FFF2-40B4-BE49-F238E27FC236}">
                <a16:creationId xmlns:a16="http://schemas.microsoft.com/office/drawing/2014/main" id="{3161DA53-1844-AD93-4A8E-E3211CEAEBCB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FE7BA3E1-E4B5-CEFE-51A2-8629644B33A6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1" name="Rectangle 1310">
            <a:extLst>
              <a:ext uri="{FF2B5EF4-FFF2-40B4-BE49-F238E27FC236}">
                <a16:creationId xmlns:a16="http://schemas.microsoft.com/office/drawing/2014/main" id="{BA66B123-03AA-C3AD-E92F-B966F8D33E1C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3" name="Rectangle 1312">
            <a:extLst>
              <a:ext uri="{FF2B5EF4-FFF2-40B4-BE49-F238E27FC236}">
                <a16:creationId xmlns:a16="http://schemas.microsoft.com/office/drawing/2014/main" id="{BF8F9639-BA94-FEA6-5022-826E0907DC2D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5" name="Rectangle 1314">
            <a:extLst>
              <a:ext uri="{FF2B5EF4-FFF2-40B4-BE49-F238E27FC236}">
                <a16:creationId xmlns:a16="http://schemas.microsoft.com/office/drawing/2014/main" id="{9110184E-BA5D-E717-5A65-4CC1242BBD39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7" name="Rectangle 1316">
            <a:extLst>
              <a:ext uri="{FF2B5EF4-FFF2-40B4-BE49-F238E27FC236}">
                <a16:creationId xmlns:a16="http://schemas.microsoft.com/office/drawing/2014/main" id="{4EBE0725-1BC1-16C3-250D-3E5AFA4EAB89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9" name="Rectangle 1318">
            <a:extLst>
              <a:ext uri="{FF2B5EF4-FFF2-40B4-BE49-F238E27FC236}">
                <a16:creationId xmlns:a16="http://schemas.microsoft.com/office/drawing/2014/main" id="{D03884ED-0D1D-72D3-56B0-991D87116492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BB33A367-17A1-96A0-A67B-EB30BB570D95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3" name="Rectangle 1322">
            <a:extLst>
              <a:ext uri="{FF2B5EF4-FFF2-40B4-BE49-F238E27FC236}">
                <a16:creationId xmlns:a16="http://schemas.microsoft.com/office/drawing/2014/main" id="{3D4B0E56-9F53-B35A-B23D-2508E8F91153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6F5904FD-C9E9-55E9-FA81-FCB9A4A8E18A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0AEFDFE4-2C75-EE88-D847-3FFC08FE700F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77DD531D-3383-C74A-9F77-21E86B703774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AF105-F3DA-3F19-FA4A-376557182881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383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7599-388E-CA7A-B549-404649D6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43EBEA-1458-E9B1-BD0C-C3A02DDBAD1F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49790D0-5DF9-F162-7542-F954A711D789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E0DFD26B-79CF-5FA1-BADC-EC9F133621D7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13449DA9-BB17-AB2D-0171-9C0C3C94156E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9F40D901-4564-30B6-0D52-733069ACE168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60E3E474-2588-962C-DF8C-6C9D7108583B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37401645-00F6-62F9-E52E-96D2F4E936AF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1952C001-A4FB-CBF3-1F9B-332696F81AF0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F371D2FB-D27B-3B77-263D-3B287D0CA562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D97DCE21-ADA5-7444-A6E9-DE23367BB0A6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E37111B6-21FE-03A4-5492-7CAFEF0D3167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572585B8-767E-97D1-B825-63296B8FB046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26047DC8-709A-637F-1750-7C113892FA81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9FDDA795-9439-DB30-0501-A369003AB6BA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6937012C-AA4D-5072-94C0-4F059BE5D1C9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14ED9349-DC36-98B4-CAD4-3DCB09FA694C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54AC9B1E-CCE0-D507-7B7F-894EA80738BC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2697E946-63DB-39EA-FB94-261343B92E66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9FD9C71D-5B12-DF93-348F-8E64717F902F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3F0A7F4B-EFC9-8093-9E2B-FFCABB531409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20FE9ABA-5655-8CFA-EDDF-51A72AF0EA33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21AB827E-051F-A776-3A1E-62D144048F68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3FCB8675-77B4-5A9B-6BDE-0189CC690456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66146DC9-D8FF-8135-2B7C-A72E6EC5D7D0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4578278A-2AFD-1C3F-ECAA-CC003C04CC20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B8319BB0-BC86-A53D-934D-90BD9F314FEF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E5679A7F-C707-2F9D-3614-3E1199164F30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2C3AA84C-8AAD-2F6D-FEB7-8BF76F3F735F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784176D4-A5D5-80FF-A2D0-2363AFBE2907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C79726B-7623-88B8-FA0A-F60FEC2C4868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05480EAE-890A-E36D-B4B0-D908B2D9A850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61C030C2-5684-A8A5-09A5-E68CC0F5A9E4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54EEFDD0-F6E6-7A63-4D4B-6FB86A2AA813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CCA87BEF-0B58-72A7-3C09-66FADF8AF2F2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D2124B08-2BF9-915C-6F09-1C88D31838C8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79841DB6-4F33-30F5-8208-89A6B45BC11B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6EDD464D-3DC1-514D-C8FE-274A0F46CDF6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445D4639-5EAC-E8F1-669D-3F593C03AC1F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A4E60-1F95-A1AF-563D-07E44DBC169D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F21BD8-2A6D-8710-E4D8-55234AE9CE1A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C81FA-B43C-543A-8584-12E5E491A078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74F49A-1D0B-4EBF-189B-020D9A7E96B7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46141-A53C-AA17-F07E-79AF6348365D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8DB81F-FC27-EA7A-440A-713D3533062E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5F6658-751C-1B3E-DD98-FA6AEBB5F40D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D469BB-8EF8-01E7-7D49-B61C6D1ACC72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3C3F09-3B63-192F-58BC-DD53DF899FC2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E075FF-AAF4-C0F5-70AD-F32DD481FD6E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153A40-C7C5-2EF2-1D32-13B512BC7FAF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1D059C-9EA5-516C-87A6-9E46BB2007C7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408358-F2AA-E7B3-F957-491A4C6FD480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F966F9-851D-121E-CE0B-328C1FACE575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77E286-D26E-DC1F-C4BB-75C7EA7B89F7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FDA4BF-28C8-13EB-6CB2-C4FABE387B2D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934410-DB11-00C9-FEE6-1AA6F233501A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8E1C51-1A07-F030-AA25-6C0613B6F628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6D80F3-7DAE-9D4C-BF85-C99D512B8B28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AC9CCF-2CCE-D695-C4BA-B99609D6ACAD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413C74-1FCA-450F-5E5C-279B6FB42D5D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05D3B0-BFC1-A37D-B13B-D4F11579080A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B4380C-632A-17D6-A6C8-67F36DEB9DDC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A1897B-4F18-6E49-3175-6F8095A793F2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191AA85-7878-D512-476F-BB854A5DD0F4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794D11-CAB0-5DAB-437B-A4CF9B35FE01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EE51F3D-B5B7-90BA-8654-E126F6DEDAC8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354FD96C-F1D7-6879-1B1F-92BF1E968A2E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74323137-F1CB-5F57-C845-BF47773EAEAF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08806DB9-EC6D-07DA-A92F-FCFBD3F9F1CF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Rectangle 907">
            <a:extLst>
              <a:ext uri="{FF2B5EF4-FFF2-40B4-BE49-F238E27FC236}">
                <a16:creationId xmlns:a16="http://schemas.microsoft.com/office/drawing/2014/main" id="{C310E9CB-82DD-B20E-6566-C54FFA8C2351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79FB105B-E74D-1D80-87CA-B0C49F2F6C86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E1238EC7-86F3-7DAF-8005-14015A154E3E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E251D1CB-572E-D288-C206-2AEED45BF08D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3DBEB14D-9D4D-2AD5-210D-96842CFEF7A8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C8C4F3BF-D654-FEB4-2246-1225F22EE39E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Rectangle 931">
            <a:extLst>
              <a:ext uri="{FF2B5EF4-FFF2-40B4-BE49-F238E27FC236}">
                <a16:creationId xmlns:a16="http://schemas.microsoft.com/office/drawing/2014/main" id="{47370241-F460-A0DA-F2CA-1E8F571C6C94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DB651D24-A081-B185-458D-CE919883CC8A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8871AC0-1E4B-7E48-CAA9-C829AD97D57B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CB4F9B29-9BB3-BAE3-874F-10A53AC6440C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099F3085-68A7-218F-6730-B74901B585D3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08AFAEA7-699D-3589-9F96-FF0E1A4F3201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92B55AAB-122C-6D08-2B6E-859153A1D4B6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CF1E4FC0-607D-003A-6AAE-FC6EBB09A83A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D476FFBD-DCE8-0A16-A8CA-6C79D596A779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67BA03D1-A246-96CF-89DE-9A53A41D750F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31485E8D-10A7-9248-76EE-8714A148FF29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F5B6A8D5-F960-B3CF-5A4E-EA0801420D4A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0E329039-E082-7E58-4778-DFF457E8549F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AF498C30-7AB3-5857-A73B-B8C025C9D9F3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EFC12C2E-B88A-E57A-48D2-B450806A6159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3ECFC556-3A4A-F04F-4C9A-508076AE1C25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F6144813-B887-BC28-777B-863E075297B5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86A1E37F-7FE5-DF40-BD1E-F3BAE8D75E1C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5C6E4C96-E3F9-C649-C3DA-2304080E095B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71EFA1B7-6C35-2484-144A-4FC79843768E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F68A3FA-849F-59CC-29E0-A76225144295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C9C25703-F4FF-B1C8-1D45-B9F3B63A3090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06658770-A9B5-77A6-278D-827210E89DD3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BF7B2CBB-B5BB-F0AB-36A4-78E62D1E3298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2463D248-60B3-B3EC-2CCA-C9B3D75DF5A3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87C344EC-2D42-D666-52AC-A78B1CE7A1E5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D417DC23-C2AE-EF31-8C79-9EFE8761A7CC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83912CDF-B257-A226-FA37-4FF97C16EFB3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892E52D-748B-A5D1-3DA8-DD2982CD8E06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937C1A9A-500A-3C75-4EBC-702EC54FDE5A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10FD7963-4188-0DF5-99C6-BDAF385B8099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23C99F4A-7296-B84C-822B-27163D480022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7BE0D5A9-06DF-5DC1-BF6E-DC3B12AC00B5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627F438B-739D-3E9A-5D88-5276F7773C13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5EEC5B1C-BCC5-A2D5-A605-DB4D80D121D1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4D9E16AB-187A-1EA8-2CF2-C9AB6F4D6BF9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8EE9B2E-68BD-E324-2782-93963A09885E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4CECC917-FC3F-6324-43DE-9000AA3ABCBC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1BBA0017-B8F7-E72E-8785-7C5372D7F4CE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0E35F2B-3332-3BB1-F176-5C1E7522A96F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7751FCA1-1F11-D144-FBE7-56301D7D4AE6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0855B7C0-3EBD-644A-CBB1-3CCF4EFD5029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E9C6916F-0A32-669A-13FF-35D7759A2B32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1E3A3E93-574B-3FC1-D73B-6AF0804A8506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76B70A75-FC6D-D50D-9A0F-232F2C7B0F09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2E39D973-DDD9-FBC1-9974-0CBA2DDD3BB4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9B82517F-1B4B-C974-B214-747EF2AFF044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D63CCAC5-E4D2-CE85-6B58-2031E449D266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7E000992-7267-2B86-8BE7-A55CFD5CE301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BC75F996-C869-F0F8-ADC2-B994E4FB1DF9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68B2F08F-6AEF-92B6-897E-64B65A77914B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D3EC775B-368F-368D-E815-BF272EDC5276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C1AB08D9-E2FD-7127-9188-C02D6D416CE3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70E4CF2D-8368-FDBB-B3C8-FBBA771327C6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3DE8DE77-2738-2E5F-56FA-3ABBD60B154A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918974D-7254-CBEF-2EC1-3F8CC3B712CC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4EE0B518-2371-BAC5-A2A5-135D8B3BB7FE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D9C565E-E0AD-9428-8F40-4A7BE9EE2CC1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48390BB4-2F12-2E31-FB1C-FFA57FE2AAB1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71777D75-A36C-68FF-D4E4-D7334E49B5ED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03DB7CDF-69AC-1F76-7CF1-A18D2CE8D383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03B60121-DCEB-679B-533B-1A5976E4AE4E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C9ADE35C-7D07-42E9-D50A-4881132E0A8E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3F32A80B-D1D7-47F2-D495-20EF91C70AFC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EF41333A-483C-FB2B-500F-A5F2139B9791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FE7C2601-7737-B90C-9B0A-FDDDA20467BB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81427578-E15F-7752-0B4A-E6DD9349F803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A3E47FFA-6B9D-A52F-848C-0B1834131FA5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DA43B0ED-53A3-882B-958F-81431195BF2D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75BC9F36-FCA2-964C-A214-839D1880F621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D1D65218-5BCB-6DFC-D32B-4A616943DBDA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43872FFD-5D0B-5976-5020-EEA378025030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1AB6EF3C-953F-637C-A962-2DA0A55FCDDE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F61A966C-35EE-AE46-E5CA-AF4994EF1AEA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7AA61EF9-4D42-FB82-750E-58ABF50748DA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FB9C59AF-FEAE-DB02-2004-BB5FA07ADADE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53CE4416-3685-78C1-5970-E8C934EDC1B6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2834812E-CB23-6E03-E923-B83C0A8F2C98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C1ABFDE-A2EF-18F5-F55E-2D052D5C3D03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ADB8DC30-1AF0-15FA-849E-175BE2FB373D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142C1B7B-20F2-8F5F-2323-283771995506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9B37806B-74A4-1C3F-9D2E-FF1ACD8A0934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Rectangle 701">
            <a:extLst>
              <a:ext uri="{FF2B5EF4-FFF2-40B4-BE49-F238E27FC236}">
                <a16:creationId xmlns:a16="http://schemas.microsoft.com/office/drawing/2014/main" id="{57B47701-C18E-A23B-8294-F82BDC1CF536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3EA40430-FA48-5402-9E6E-62952709CBB7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727EAC33-BCE3-B5DA-D814-0B07473839D7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4D96993D-A8E7-5E01-23C4-7E63D214D1AD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1D220F69-663E-CB93-087C-6262C2D54A16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969F9E7B-D423-D809-368F-C59FC13028BE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FB49B8DA-F154-62B3-51CF-E32DD3287224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BBC800A6-20FA-449C-E9DF-69E76412E764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30A4768E-7DA7-1AFF-68F0-195A0D24E1AB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7C472033-83C7-3640-C84F-48D82C3E4306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3490B5FA-99EB-21C0-4957-88AE744156D2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081C09F0-8BB9-9ABC-99B0-F2642C13580A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65D60085-3A70-C755-710B-367336EB344E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562EED5-0C16-5D90-8987-0689A4DA9B6A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A215C7-8BF9-2FC6-B8F3-90A8E687BA4A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8757AF65-09C7-3C77-2122-C1D9B2C46FC0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D1E5A379-6092-FEB1-D89A-FF7A78186986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E251FAF6-E901-395D-281B-5F6702785D0A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05A528AF-FBB9-5BE0-F6D5-F883CF93FC90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Rectangle 713">
            <a:extLst>
              <a:ext uri="{FF2B5EF4-FFF2-40B4-BE49-F238E27FC236}">
                <a16:creationId xmlns:a16="http://schemas.microsoft.com/office/drawing/2014/main" id="{F39788DF-E4B6-DA0A-51C9-DEB386F821C0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138D9C5C-B8E0-0E9F-E1C1-798F581E987F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4E58D2FD-245E-E436-819D-0AFC5A9ABBE9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2738D1E0-00CB-0052-B6AD-F4454DF2805E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Rectangle 729">
            <a:extLst>
              <a:ext uri="{FF2B5EF4-FFF2-40B4-BE49-F238E27FC236}">
                <a16:creationId xmlns:a16="http://schemas.microsoft.com/office/drawing/2014/main" id="{32990E3C-4402-2E95-50F2-245E9DC55C13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Rectangle 733">
            <a:extLst>
              <a:ext uri="{FF2B5EF4-FFF2-40B4-BE49-F238E27FC236}">
                <a16:creationId xmlns:a16="http://schemas.microsoft.com/office/drawing/2014/main" id="{D03B43BE-5A57-3EF9-F3DE-97D3B3C975E0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790F375C-CD22-EC53-02CB-CC10D666DC01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Rectangle 741">
            <a:extLst>
              <a:ext uri="{FF2B5EF4-FFF2-40B4-BE49-F238E27FC236}">
                <a16:creationId xmlns:a16="http://schemas.microsoft.com/office/drawing/2014/main" id="{209EB42E-0802-00FB-2AF0-AB3189A156FF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5F9643F2-4034-A2F9-BFD4-799C96B8A213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53585CC3-A8CF-C082-3A98-1783F66A52C5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E7E3D20A-829F-581B-D63D-62777BAA2029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F2D5D6CB-EC1F-3732-81EF-FAFDD1FB0F6B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B8FC48E3-0DBD-1DE2-86EA-10D97F60A2AE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BD7CC437-15E3-1DA1-0C66-BDA25E9BD2DA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1B48CCC0-3E83-A25E-F89A-2346C0F0A7A2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Rectangle 1157">
            <a:extLst>
              <a:ext uri="{FF2B5EF4-FFF2-40B4-BE49-F238E27FC236}">
                <a16:creationId xmlns:a16="http://schemas.microsoft.com/office/drawing/2014/main" id="{DD155ECF-4F9B-73DA-56B3-A5091372AE28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CBBAA60F-04E2-3FEA-38D0-C1A5B98181CB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Rectangle 1165">
            <a:extLst>
              <a:ext uri="{FF2B5EF4-FFF2-40B4-BE49-F238E27FC236}">
                <a16:creationId xmlns:a16="http://schemas.microsoft.com/office/drawing/2014/main" id="{35EDEB52-7D00-6A16-F3C9-094AD738CFA8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C07A17DA-9482-5BFE-ECD6-FAA9B4CEF22E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3E293F21-5409-A49F-B2EC-F7A7CE7E08AF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Rectangle 1177">
            <a:extLst>
              <a:ext uri="{FF2B5EF4-FFF2-40B4-BE49-F238E27FC236}">
                <a16:creationId xmlns:a16="http://schemas.microsoft.com/office/drawing/2014/main" id="{690010C4-2588-807D-3E70-479F00864F96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Rectangle 1181">
            <a:extLst>
              <a:ext uri="{FF2B5EF4-FFF2-40B4-BE49-F238E27FC236}">
                <a16:creationId xmlns:a16="http://schemas.microsoft.com/office/drawing/2014/main" id="{1CA8CE6C-A5A6-D25A-529D-4DAB47CE07A1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Rectangle 1185">
            <a:extLst>
              <a:ext uri="{FF2B5EF4-FFF2-40B4-BE49-F238E27FC236}">
                <a16:creationId xmlns:a16="http://schemas.microsoft.com/office/drawing/2014/main" id="{EF3C2E49-ECF2-C02E-F353-92317B903CFE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B6732DCF-E820-9C6B-3424-A770D6BF5B9F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Rectangle 1193">
            <a:extLst>
              <a:ext uri="{FF2B5EF4-FFF2-40B4-BE49-F238E27FC236}">
                <a16:creationId xmlns:a16="http://schemas.microsoft.com/office/drawing/2014/main" id="{BC85ED2E-F735-0EE3-1095-66D71E8114E4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3D9152DE-8922-9E8E-4BDA-C03E15FF0C84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5EC85E0F-E070-A2F9-096C-62FC61000AC6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CC65E4A2-CE21-6100-2711-755D4627B901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D9FC1589-23E4-F5E7-DC99-9857CC54211E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8A894900-4FF6-84DD-C99F-3B9B9F37DA1A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399C74A7-1C47-0D9A-4E36-D5F9DE948423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E76E3780-544C-8B36-D92B-42C180E88BBE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848723F6-3F41-1729-4D1A-B3AF629CA91B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252B1974-B65F-9FD1-53AD-221E5434822C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79E6E5BD-886A-21D8-94B7-D251D3EBD2B4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5E7C21E1-0345-8871-A291-A84CB1ED3BA8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AEBE06B7-5BA4-C605-9F65-BDE3FD8D35E4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8C9454B8-AE1E-2AC4-5239-FF592CA8D9A3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04F1757C-79DC-5251-6A4C-D88DA788377E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F53CB390-521C-3A9A-B69E-A5AD4B36703E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87E38BB8-19AA-4C60-C432-6678E48455BC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94B324E0-7523-AE21-5E0C-D18E79856BB1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8C0DF0F4-4CE9-0991-44E3-C3BBF92D60F6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89005BAE-59D6-E474-F591-DF1BABC9E36A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7D4B9F93-F482-BA19-5837-5F097E03C56A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9EA88182-1976-21AE-5790-E9300BB5860A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Rectangle 1215">
            <a:extLst>
              <a:ext uri="{FF2B5EF4-FFF2-40B4-BE49-F238E27FC236}">
                <a16:creationId xmlns:a16="http://schemas.microsoft.com/office/drawing/2014/main" id="{6B7F2B08-0107-A09E-D847-742593FCEFAC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Rectangle 1217">
            <a:extLst>
              <a:ext uri="{FF2B5EF4-FFF2-40B4-BE49-F238E27FC236}">
                <a16:creationId xmlns:a16="http://schemas.microsoft.com/office/drawing/2014/main" id="{3B5B44D4-6982-7647-5E49-64FC6F5FCF3E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Rectangle 1219">
            <a:extLst>
              <a:ext uri="{FF2B5EF4-FFF2-40B4-BE49-F238E27FC236}">
                <a16:creationId xmlns:a16="http://schemas.microsoft.com/office/drawing/2014/main" id="{2560956C-B542-D65F-5A7D-BDB0CC1CD345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Rectangle 1222">
            <a:extLst>
              <a:ext uri="{FF2B5EF4-FFF2-40B4-BE49-F238E27FC236}">
                <a16:creationId xmlns:a16="http://schemas.microsoft.com/office/drawing/2014/main" id="{7EED661D-15DA-052E-D1FF-4DAF02D4F00C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242D2108-49BF-8A97-8FE8-0E37F337E4FE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Rectangle 1226">
            <a:extLst>
              <a:ext uri="{FF2B5EF4-FFF2-40B4-BE49-F238E27FC236}">
                <a16:creationId xmlns:a16="http://schemas.microsoft.com/office/drawing/2014/main" id="{7C7F64A6-1A3E-0D6F-BC7B-3F9F3721C295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D2D3F973-2731-4438-0B48-B53BAC7E5E7F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Rectangle 1230">
            <a:extLst>
              <a:ext uri="{FF2B5EF4-FFF2-40B4-BE49-F238E27FC236}">
                <a16:creationId xmlns:a16="http://schemas.microsoft.com/office/drawing/2014/main" id="{A1008A6B-B8E9-7456-0964-0FBA770E79A2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Rectangle 1232">
            <a:extLst>
              <a:ext uri="{FF2B5EF4-FFF2-40B4-BE49-F238E27FC236}">
                <a16:creationId xmlns:a16="http://schemas.microsoft.com/office/drawing/2014/main" id="{BD9CFA07-4535-8BE4-304E-7CE14D7F761E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ctangle 1234">
            <a:extLst>
              <a:ext uri="{FF2B5EF4-FFF2-40B4-BE49-F238E27FC236}">
                <a16:creationId xmlns:a16="http://schemas.microsoft.com/office/drawing/2014/main" id="{5B44F12A-1F1A-2C6C-5839-252AED0949F2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Rectangle 1236">
            <a:extLst>
              <a:ext uri="{FF2B5EF4-FFF2-40B4-BE49-F238E27FC236}">
                <a16:creationId xmlns:a16="http://schemas.microsoft.com/office/drawing/2014/main" id="{FF77C41E-577B-0F95-76E9-24513A31384B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2D4F9453-3858-5FDD-C17D-1B7C67E034FC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9B206D9D-6BC5-AB01-A5CA-B8E2C5D47588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8212D28A-0173-8ABF-F022-79B6C7592C63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9E6627B0-9321-CB0C-B811-F4CCD0C2CF28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Rectangle 1246">
            <a:extLst>
              <a:ext uri="{FF2B5EF4-FFF2-40B4-BE49-F238E27FC236}">
                <a16:creationId xmlns:a16="http://schemas.microsoft.com/office/drawing/2014/main" id="{448BDBEB-7AC4-DBF1-028A-14A57E3DCDD1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Rectangle 1248">
            <a:extLst>
              <a:ext uri="{FF2B5EF4-FFF2-40B4-BE49-F238E27FC236}">
                <a16:creationId xmlns:a16="http://schemas.microsoft.com/office/drawing/2014/main" id="{A4AF32C5-9FA8-BA4C-5A29-BCCFA794DBC9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296EB8A6-92AE-9799-C88C-2DD4E139343F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3E93F1C7-A3C1-4357-EE6C-D24C954B6937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387667CF-4575-EE0B-F82D-75AA6E3F7C7D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A62FF191-B41F-8C62-E413-983941582529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Rectangle 1258">
            <a:extLst>
              <a:ext uri="{FF2B5EF4-FFF2-40B4-BE49-F238E27FC236}">
                <a16:creationId xmlns:a16="http://schemas.microsoft.com/office/drawing/2014/main" id="{1A982FD0-C42F-5962-687C-3CEB5A130052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60E3FAD1-56B5-413A-7199-40760A262AEE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CE56309B-76A6-EE4B-E637-202861AE1CB4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61EECC16-DCD8-B2AF-C6E9-FD37AD5C77E1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Rectangle 1266">
            <a:extLst>
              <a:ext uri="{FF2B5EF4-FFF2-40B4-BE49-F238E27FC236}">
                <a16:creationId xmlns:a16="http://schemas.microsoft.com/office/drawing/2014/main" id="{9335AC02-16E3-441A-9F3F-021C56C55367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Rectangle 1268">
            <a:extLst>
              <a:ext uri="{FF2B5EF4-FFF2-40B4-BE49-F238E27FC236}">
                <a16:creationId xmlns:a16="http://schemas.microsoft.com/office/drawing/2014/main" id="{B1198DC9-19D7-011C-2354-7150A7040610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C2FDC835-051B-36B5-5EFE-884328DCF15C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45FEA68D-A88B-D5F0-0EC6-DFEC94911305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45D35EAC-0E4A-6342-6192-CA57E4D625C5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Rectangle 1276">
            <a:extLst>
              <a:ext uri="{FF2B5EF4-FFF2-40B4-BE49-F238E27FC236}">
                <a16:creationId xmlns:a16="http://schemas.microsoft.com/office/drawing/2014/main" id="{4689D8C4-D7A3-F422-9F9B-3578FE50DCE7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22FFF531-2430-A183-AE06-CB6A154AD3E3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57CE1CC0-48A0-C12C-D89B-4B295948EE5E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3AE26B29-3234-23A9-4F7B-6650A53A15C0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2" name="Rectangle 841">
            <a:extLst>
              <a:ext uri="{FF2B5EF4-FFF2-40B4-BE49-F238E27FC236}">
                <a16:creationId xmlns:a16="http://schemas.microsoft.com/office/drawing/2014/main" id="{FDB656EA-09D7-2097-AC38-64929A0E8517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991C66C7-FDD5-734C-6396-31DB609DEF86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58399EA0-3366-B7B6-B0D4-F0DBFB99F535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6FE37A7F-821A-6BA8-6375-79C6FF04D89B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210EF1A2-21BA-3077-D515-D0CF41D7106B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FFE0E4A7-65A9-B6E7-09ED-0BF8FD5E3F8B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641FF50D-671E-DF8C-4708-720EA6D35BF8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3D4B4FAC-1F01-0F11-3CA9-2E4369CE05DB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E12146B-D582-EAEC-5765-21B509204503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FDBE13C1-2138-518D-A13B-23ABA62B84BF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C928D810-2951-6CD6-325D-E90FEB5B414E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33A965E8-11FA-A3F7-DB7E-0C95F263F55E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66F9BF8F-FC7B-A4FD-C947-6F3B3469E62D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94E76613-D2EE-9CD8-5AC4-1A9FD5F6D259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97314191-5C6B-AA7E-FCC7-4643B0254EDC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4B83394E-4538-4C8E-2410-6056DDF05A8A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9D207BAC-8971-74CE-8EF7-DC8AE9BF2D20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Rectangle 1286">
            <a:extLst>
              <a:ext uri="{FF2B5EF4-FFF2-40B4-BE49-F238E27FC236}">
                <a16:creationId xmlns:a16="http://schemas.microsoft.com/office/drawing/2014/main" id="{55E258AA-B4CA-A524-9CEA-07F896E78901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Rectangle 1288">
            <a:extLst>
              <a:ext uri="{FF2B5EF4-FFF2-40B4-BE49-F238E27FC236}">
                <a16:creationId xmlns:a16="http://schemas.microsoft.com/office/drawing/2014/main" id="{2ABDC5E2-2D72-9E1D-9BA1-5F9D808A7A74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Rectangle 1290">
            <a:extLst>
              <a:ext uri="{FF2B5EF4-FFF2-40B4-BE49-F238E27FC236}">
                <a16:creationId xmlns:a16="http://schemas.microsoft.com/office/drawing/2014/main" id="{A4EF713E-0841-1492-2DE1-0C2F3F482C3C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2DC87448-F944-22F9-6FB5-98461CDB8B2E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Rectangle 1294">
            <a:extLst>
              <a:ext uri="{FF2B5EF4-FFF2-40B4-BE49-F238E27FC236}">
                <a16:creationId xmlns:a16="http://schemas.microsoft.com/office/drawing/2014/main" id="{F0706520-20D5-7D1E-47C0-E442ED9DB87E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6B42E61D-9BD7-6126-16F0-4946C46AFEF3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B392DBD7-C194-9509-5A06-92BA08FE66EA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ectangle 1300">
            <a:extLst>
              <a:ext uri="{FF2B5EF4-FFF2-40B4-BE49-F238E27FC236}">
                <a16:creationId xmlns:a16="http://schemas.microsoft.com/office/drawing/2014/main" id="{BC7F1E97-F690-5BC5-1A5D-42B94F98DC54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ectangle 1302">
            <a:extLst>
              <a:ext uri="{FF2B5EF4-FFF2-40B4-BE49-F238E27FC236}">
                <a16:creationId xmlns:a16="http://schemas.microsoft.com/office/drawing/2014/main" id="{C33A3293-D78C-169C-5026-E673F19D778C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Rectangle 1304">
            <a:extLst>
              <a:ext uri="{FF2B5EF4-FFF2-40B4-BE49-F238E27FC236}">
                <a16:creationId xmlns:a16="http://schemas.microsoft.com/office/drawing/2014/main" id="{241CA8D4-F348-74EF-7268-BF0226A9AA36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7" name="Rectangle 1306">
            <a:extLst>
              <a:ext uri="{FF2B5EF4-FFF2-40B4-BE49-F238E27FC236}">
                <a16:creationId xmlns:a16="http://schemas.microsoft.com/office/drawing/2014/main" id="{433A5EFC-D81E-36B8-FCCA-A84444394347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B6F3C3ED-9561-4259-6372-D89960BA6650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1" name="Rectangle 1310">
            <a:extLst>
              <a:ext uri="{FF2B5EF4-FFF2-40B4-BE49-F238E27FC236}">
                <a16:creationId xmlns:a16="http://schemas.microsoft.com/office/drawing/2014/main" id="{2B3FF812-77A9-3599-CD53-D20F3C9EE10A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3" name="Rectangle 1312">
            <a:extLst>
              <a:ext uri="{FF2B5EF4-FFF2-40B4-BE49-F238E27FC236}">
                <a16:creationId xmlns:a16="http://schemas.microsoft.com/office/drawing/2014/main" id="{EFFB89AE-47A2-0AE1-895E-0C89B1F83CFA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5" name="Rectangle 1314">
            <a:extLst>
              <a:ext uri="{FF2B5EF4-FFF2-40B4-BE49-F238E27FC236}">
                <a16:creationId xmlns:a16="http://schemas.microsoft.com/office/drawing/2014/main" id="{6FCC436D-8BD5-BB4A-1C86-8D4AA2F3E83E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7" name="Rectangle 1316">
            <a:extLst>
              <a:ext uri="{FF2B5EF4-FFF2-40B4-BE49-F238E27FC236}">
                <a16:creationId xmlns:a16="http://schemas.microsoft.com/office/drawing/2014/main" id="{D17418E0-3BDF-BA6F-D83F-70BB3B4591BF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9" name="Rectangle 1318">
            <a:extLst>
              <a:ext uri="{FF2B5EF4-FFF2-40B4-BE49-F238E27FC236}">
                <a16:creationId xmlns:a16="http://schemas.microsoft.com/office/drawing/2014/main" id="{1971BC71-499D-2564-F80B-85666CE076BA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15E1CD61-7FB0-51AC-8936-37C331F8B26E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4CD6FC-497D-DA9E-F6E3-5D65E39E010E}"/>
              </a:ext>
            </a:extLst>
          </p:cNvPr>
          <p:cNvSpPr/>
          <p:nvPr/>
        </p:nvSpPr>
        <p:spPr>
          <a:xfrm>
            <a:off x="5639709" y="1624172"/>
            <a:ext cx="2106519" cy="4113892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59091196-8972-2617-5C79-B5018A5C602C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676E3720-4EBD-9D34-2A87-80CC6A720EBC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9" name="TextBox 1328">
            <a:extLst>
              <a:ext uri="{FF2B5EF4-FFF2-40B4-BE49-F238E27FC236}">
                <a16:creationId xmlns:a16="http://schemas.microsoft.com/office/drawing/2014/main" id="{144BF48F-3689-116D-9400-C9D70FFD60B9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6CB52C64-D3DC-D501-9CD2-E14894FAD176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333" name="TextBox 1332">
            <a:extLst>
              <a:ext uri="{FF2B5EF4-FFF2-40B4-BE49-F238E27FC236}">
                <a16:creationId xmlns:a16="http://schemas.microsoft.com/office/drawing/2014/main" id="{07F06D07-786E-8A12-54A3-16924B23DA65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5" name="Rectangle 1334">
            <a:extLst>
              <a:ext uri="{FF2B5EF4-FFF2-40B4-BE49-F238E27FC236}">
                <a16:creationId xmlns:a16="http://schemas.microsoft.com/office/drawing/2014/main" id="{FB1FB628-8B33-9722-FFD7-F720178E66D3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2EC3E4DD-30E3-574C-8EC9-B02B3F816E92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A203E085-4CEE-E876-2E53-46EF300C86E4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238514C0-09E1-B4C3-AE04-D33FBC14AAA1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1343" name="TextBox 1342">
            <a:extLst>
              <a:ext uri="{FF2B5EF4-FFF2-40B4-BE49-F238E27FC236}">
                <a16:creationId xmlns:a16="http://schemas.microsoft.com/office/drawing/2014/main" id="{832B7B3F-B4DE-A5FD-C2BA-4D1F6B9F9C80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C32F9571-3031-8A73-02E0-0C38B6E62A9C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8731C-4294-F576-F8AC-D20F88A57412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F34D5-4DD0-25AB-7423-72023D76BD0A}"/>
              </a:ext>
            </a:extLst>
          </p:cNvPr>
          <p:cNvSpPr txBox="1"/>
          <p:nvPr/>
        </p:nvSpPr>
        <p:spPr>
          <a:xfrm>
            <a:off x="176083" y="1644868"/>
            <a:ext cx="408341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</p:txBody>
      </p:sp>
    </p:spTree>
    <p:extLst>
      <p:ext uri="{BB962C8B-B14F-4D97-AF65-F5344CB8AC3E}">
        <p14:creationId xmlns:p14="http://schemas.microsoft.com/office/powerpoint/2010/main" val="2390887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9BC0-392C-0C36-A0B9-9AA453FF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B4A34-3229-E2FD-058E-0DA6A86A6714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27ABB44-35E2-4D5D-90B3-B0009945183B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0B8BCB9A-8E8C-8C39-3B33-FBB2BCBCCFAA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F0A7901-A1DD-6EBD-D3F4-6C9C7A031C43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14164BBE-96D2-709C-A7D1-8ED329CA764C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298D80B2-318E-C074-075D-DDA7E92F0A11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91412646-67E1-57B5-11BB-20B27E60BCEF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9EBC0CDA-30A3-CABE-5D77-B4DEE019353D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EE0D685F-6BA4-BC6B-F7F3-AFFD648FD6A3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C09A17FD-0731-8301-F803-FAC7E22A0C9B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857A35C5-FC9B-A47D-D98E-5F876F5CD0CA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4A27B12C-D148-0891-2D3F-CCB6632567EC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292AF709-4128-581D-85DA-92BBD20095AB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FA2F6EFC-1BA8-35AE-E6AE-4024BADA86BD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9B112E9E-4FC7-11E0-1221-DEB27E2E9336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BDED2CCF-EDA3-F2CB-E67D-656F74CA5E46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71A2CC1E-6DA2-EB50-CA59-E8C934E8A859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566424B4-68C0-1560-B336-FBEA35203F7C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9E8AD8C8-A7F7-0402-3971-3B29E398CD39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4562D1F5-50E3-A277-A52A-BBEA64227496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B3B2DC6B-5480-36E9-0787-B8677DEF7F4D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6D87119D-3F5A-CD5A-4FD8-A178599B7067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B687AB61-EF67-E3B1-AE41-207A20ABC7F8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00EEFA84-886B-4E9A-E6FD-22FFF7565A02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12BA73BA-B1B0-C91C-04C2-8585B0AE46DF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6CA4301F-C88E-EA90-0D53-77B07E8948FB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EC339941-F761-0499-C72A-1E6492B3823B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E42CEB52-14E6-C17A-152E-669424876572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65D66ACE-C0C6-B181-810C-537293C4708B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BC05501-9519-66A6-D86D-5CBF701ABF86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6016B65-8B1B-500F-94B5-82A148A4A4E0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B3C0C4A2-CDFD-B9BD-F8FC-FA5BCBDA4DF7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398D1416-D4B3-624A-DAAF-3B3D61836A74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57FCCC99-9EEF-52A0-1EB0-E18BF063E5E3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E719C7A5-472E-12A2-65F7-0A5B031471ED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D7120196-3EAE-5A8B-0824-AE20B6496B6A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0E981064-73C2-5F36-C08C-F6E3569F382D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4828F16A-39B6-088F-C815-BC5362E98BA9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00B0E9-CDFF-43BF-90F4-748BABE1743E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17C967-D6BB-5C92-A4FD-E951333DEB15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59F07A-8387-93EA-4857-1A28492F4A6C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0B3A7E-61F9-4EC2-E8BF-FA5A924F57A1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A2A6F4-1686-18EE-F9DF-6529656EA4BF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F83959-842B-2600-B6A2-6F8D9D1F5ACA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F93370-355D-21AB-C951-0524E087E197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B5C38D-9FCD-EA98-F1B2-4BECA8FBB7F0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EEEF7F-A304-E948-6D35-C98A9D24A886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41BD8B-DC11-7CDF-B687-8D62563A0573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77A6AA-024A-42A0-696F-DCFABEEA82DC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909883-2FDD-A413-C925-3749EAB72D8B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5D0871-426D-B50F-D5D1-B41F3D3AF58F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8817A5-E91D-D083-CA24-1757BFCF465F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DCED7B1-302B-34AE-62D8-095BC5510B5C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A885D5-DE6B-2BD1-E73B-BCA367CA83B2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4A7FAD5-7573-2961-2BF0-863A52762F7F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973A90F-74C5-0156-C8B3-F7199FE650CC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EC2B83-048E-9570-85A8-9CD2D12AA6A0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425992-70F2-BC53-6733-33E4A8E84E0C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C4A376-CF6E-8967-059C-86FCACB751E7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50BDA77-6DCF-AFAF-0B46-114CF5933B54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6F48D28A-713E-EFC3-3A43-F321E5ECE828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53C661A8-838E-BE57-11D6-67607AC0902C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33FCA076-5235-5A19-FCFD-07F5F59CEA2F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2EDC55F6-3F7D-3CD7-FE19-16358EB410C5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EF34C2E7-7E7A-7E5A-3043-A72ADC4953B2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B757EF3C-9942-EDD6-A944-8BA290F56724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F89B79B7-2A86-8C4A-7F8A-E6D977E4E474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6AF24BFF-8555-94CA-35AE-208251A8728C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37D9A808-C738-E710-30DF-1BC33F3B91EB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8A150E19-4F01-0DC6-606A-C9C79D8A7436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6531E5DE-748C-B530-EED5-5C13FCFC8235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69AEE860-ABC5-B0D6-9B53-74DCA8B71B18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6EBA1A8E-4BB4-302C-B738-4D75921EBFF6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058137-0EFC-9AFD-4283-96787F3F8EBD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1AAB1EDC-416B-2895-BDFB-2E7500427830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414A9714-AF4B-2B07-A7BE-A55B65A98D9B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AE6D21B7-0AAA-B57B-13E5-37484429612D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5A86BE85-6EFA-8E3F-BA27-1FF6817F19E8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4254E09E-7CF3-4668-BAE7-EC734C088FE4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52084BBF-BA01-4168-649E-84C4DBE5C88C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A2C45A27-CD5D-96D6-C8BF-9038BD09F1C1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070A702E-D5A1-A3C5-F981-4756DC5E6068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25299B71-9640-457B-1E09-8C8C62C5C472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03C2BE5-8A8F-7D39-204C-B3F50A03D8C5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6EC70C9C-FE96-7BF4-AA1E-5C8ED81826D1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25AE0C1A-75AA-D0EF-5116-148B19B23033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C66A3408-165D-DCE8-DB83-7C9FDE433091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BECE3DF-4671-8583-B56B-B1B57EC3E182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66D33876-77C9-6D8F-E083-72721BF9D84F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AF0BFC24-E04E-1600-5F5D-62F9855F9024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F638650B-9D22-374B-5282-2FA6C2F449B4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Rectangle 1021">
            <a:extLst>
              <a:ext uri="{FF2B5EF4-FFF2-40B4-BE49-F238E27FC236}">
                <a16:creationId xmlns:a16="http://schemas.microsoft.com/office/drawing/2014/main" id="{26A56E13-1208-DE6C-EB83-6F0D37ED8028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6FDABA17-81F7-B03E-BE6A-E61CAF85A5B1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A1EA776C-90BD-0992-2AFC-D45E1CB87BEB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2810E695-3432-B368-6AB5-AAC79405C0C1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157AFAB-8A7E-E538-E71D-04B5FE67E3FF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DB2901D4-9D46-25B9-0319-A500346CB6F4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EB3D1924-680D-A5F0-4C32-A26AB8B45FE9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09EBB1C6-9CF0-4B81-27A8-56D09A34D52F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270B2EF6-B554-E93F-D1E5-56EDBC64D305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D1C32046-D18A-F05F-31EA-EAB8F97BADB1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86EB932B-27C9-6D74-1992-104428CF82D7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ABAF195A-B346-6F31-5408-8AB457135679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E45613FA-930B-9AE2-89C6-0BD6E3691BF7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CB3B69F3-E729-5939-32F5-A5AED885C996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A5418F47-3149-D6BB-6847-223ACBBF5475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C681B503-FF6E-ED31-6D20-349BF3603B24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F9E6FABE-C62E-7100-A1F5-1F16B79356FF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4CF2E8D1-9662-B0C4-A710-F13CD06D491A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F23C8484-B144-EE5F-2727-915CBFEFB640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FD1F7898-4BC0-F192-F89D-DB60EBD45B1D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7A53F9D0-4632-F31A-4757-2504EB005889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68680693-1A54-AFE5-653D-472DE98E1708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D3D0598D-D182-F8DB-9576-4CF3E5A64BAE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48B0C4F0-FCC6-592E-16FE-99B61952110F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E38FE6CC-FC4D-F0D9-57D9-379D5FFC00F9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7B62F65-0073-85CC-F37F-8649A8078E38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EFA13089-FA59-494B-30BA-E4BD878942CC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634DBF93-A18E-40B1-6608-A030A87B5589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77002FE-2F6E-FF9D-4423-6033E282F1E1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789A7402-2989-9549-898F-99602B0EAF2E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2DC3EA4D-2683-EC00-6D48-FD74F2AA56D7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7DF5E295-551C-D78D-B125-CE79DE837626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E624F0B5-A494-7A62-1458-93C3DE3E44F3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3AA94A22-CBC4-D3E3-137D-C7199003D328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7524A51-6708-2FAF-9AFE-8BF3EDEB08F0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9FC47601-57FF-A8E4-A4B2-AEE1115C3830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1398D04A-D151-96AA-82CB-E493AF501209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D63D3AFE-0413-EFE7-5DC8-70024E9742C3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9FA19A3E-5E94-A870-B534-4E856A8CC6A2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06DA5573-FF07-54AD-609E-7DCC659C9026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2F301A6D-BBD7-B941-69C4-2492B97A4376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9C6531DE-D86D-2929-41BD-BCA71DC31813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9C2366E8-C491-4CF1-5C63-46BD58729C32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F7D9E9B7-E56D-A3A6-A83A-16067D21A205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4280F33F-12F9-51EF-E5E7-3AB424154A2A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69E22915-5B3B-0BD0-761A-E16864A4CF38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C3E11E9D-D87E-913B-D2EE-29CBB8BC0FFF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9EE1A668-2A2B-7D16-9E3B-407740F8A57F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6F83A2EF-DC50-470D-53BA-080EE405257A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0BCBA92B-9478-D05D-EB79-0D5B1D86B35C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9498287A-411F-56A2-7569-89BA72D38138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7A20E826-A9F3-9004-F343-21E0B9CB57F2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553D3131-0840-2C8E-26B8-B60128812048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BAC31DEF-3124-1690-0183-4DF167F052BF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A12670AE-4E37-078E-9925-C8AE4E1C7838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ED884928-C7ED-EC72-7BC4-8C88D57C9DC0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896B7F5B-3A8C-361F-2B30-507D1973A375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06298B60-D80A-F36F-BBAE-62B3AA984376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F0605174-542B-0052-E033-8B8023A5DA3D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3B94E06C-75A0-2ADC-816C-A2076D67C1FB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DBFAD01F-8F96-21AE-9714-24D1FE423CB9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F27765F-92C5-24DA-94D1-6F920028BC8D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19AEA946-A53E-AB4F-1B02-8B1A0F510789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8C224C8D-2AFE-1083-3C3D-B45D18E439E8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76BC4367-806E-2490-F0E7-13B99D3121CC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F6549949-C758-2C2C-2784-85FBE804A6CD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28396E7F-3375-A283-42EF-F830DD8A22C2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861692FE-988A-4BE4-6BC4-087653E75220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1A2E89FA-DEF2-B987-F3E6-BD5A7570EF23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97AFF087-55AE-F1F3-382A-B44EE867927A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48FBA13B-383C-6D14-C336-FB52A4C517F3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BAF164D7-7E3E-9D54-51AE-8D1151EF899E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D5FD07BF-517F-465A-5A98-96568197F2A5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85813105-4F7A-72BB-B474-59421B0FA911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Rectangle 1143">
            <a:extLst>
              <a:ext uri="{FF2B5EF4-FFF2-40B4-BE49-F238E27FC236}">
                <a16:creationId xmlns:a16="http://schemas.microsoft.com/office/drawing/2014/main" id="{92CB44F1-254D-53EE-497D-DA7F831BC161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E766F3F5-636A-A5A2-9596-0B0ACDDC871B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86351109-D9E0-6E7A-3314-37E196D54169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B563262B-B4BB-AE78-5E62-8876BA6C9EFE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AF6A92EE-2D6C-DFDD-77F3-84DBBFE2ACEA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BB320500-9C37-B357-D122-ADC270D3F71C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3FDE0F5B-90B2-9674-7A55-914BD3EDF2A4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DDC45135-5FA6-229A-69A6-96747721BB91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457C8DEA-031C-ADEC-AA4C-4AA691D8E5D9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34E605A7-86EB-70B6-A569-03E6F8161604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Rectangle 735">
            <a:extLst>
              <a:ext uri="{FF2B5EF4-FFF2-40B4-BE49-F238E27FC236}">
                <a16:creationId xmlns:a16="http://schemas.microsoft.com/office/drawing/2014/main" id="{A1AC32F6-FF7C-E22E-7D34-B9432BE029DF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935529A7-07B1-A600-D114-79E26DCAF5BD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261866DC-D166-8569-2FE2-B7F7B01C1DEE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DF02024B-1926-8712-178E-2B5E7AD571E6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EA9A35D9-9A50-010F-1C28-9B1B4DF00BF5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D3C17719-E35C-3FAB-2CF1-09C8E59A01E4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2A4DC348-0879-0592-D9CB-23B87B0F66FD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8E895EC-E310-F692-2DC9-9316146A17FD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746F2B19-0258-8BAB-3250-3A8A98F3F57D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B7020BF5-2E87-306D-6910-5B3CA1953499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Rectangle 1159">
            <a:extLst>
              <a:ext uri="{FF2B5EF4-FFF2-40B4-BE49-F238E27FC236}">
                <a16:creationId xmlns:a16="http://schemas.microsoft.com/office/drawing/2014/main" id="{D11C4347-F6FA-AC93-61DB-20394436DBCE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Rectangle 1163">
            <a:extLst>
              <a:ext uri="{FF2B5EF4-FFF2-40B4-BE49-F238E27FC236}">
                <a16:creationId xmlns:a16="http://schemas.microsoft.com/office/drawing/2014/main" id="{C4C7221E-3D46-19D1-656B-B7897996F583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Rectangle 1167">
            <a:extLst>
              <a:ext uri="{FF2B5EF4-FFF2-40B4-BE49-F238E27FC236}">
                <a16:creationId xmlns:a16="http://schemas.microsoft.com/office/drawing/2014/main" id="{31AC4C25-116D-9DEB-4F95-1A0CD8E7558F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A6850332-8F8A-ADF9-8010-FFC4D8F55BFB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674155CB-5F0D-9B8B-7379-2A67F456ADF6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Rectangle 1179">
            <a:extLst>
              <a:ext uri="{FF2B5EF4-FFF2-40B4-BE49-F238E27FC236}">
                <a16:creationId xmlns:a16="http://schemas.microsoft.com/office/drawing/2014/main" id="{60DDF518-8F23-E0BF-A8F0-20C61B5CBB43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61DF3616-E5BF-C3CF-8B42-534B0139FEA8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F1AC12F2-A0A1-32BA-1EAF-DA5B03F7996E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34600FB5-AA39-D46E-C9B1-A43462B508E2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2487065E-ADF6-A97B-FD79-DFA71D40512F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78CB9699-DB74-10A5-79F3-54587AE2C5F8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Rectangle 1202">
            <a:extLst>
              <a:ext uri="{FF2B5EF4-FFF2-40B4-BE49-F238E27FC236}">
                <a16:creationId xmlns:a16="http://schemas.microsoft.com/office/drawing/2014/main" id="{CFA7193C-32DF-ABB5-E70F-FF9267556357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14C40031-650C-082B-D8DA-FBFC06592A63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Rectangle 1209">
            <a:extLst>
              <a:ext uri="{FF2B5EF4-FFF2-40B4-BE49-F238E27FC236}">
                <a16:creationId xmlns:a16="http://schemas.microsoft.com/office/drawing/2014/main" id="{0C757F8A-D9C7-7E2E-E5BB-FF9C07FC5A65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E69F0DD6-B67A-4BA4-05FC-16DADBFBD6D6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1F098EB6-5D87-D393-5C2D-2FFA2B56746A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E7D29229-25C5-2914-C174-A52A8A046D5E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5E407F42-2973-D007-9802-24119DA60EE9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BFB76BB-DF41-F322-EA5D-1E441D831808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4EED22CB-2BE3-2EA7-2C2B-0B1104A892A1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2DC9CAF-A126-F1F7-96BD-EE400012BA21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90BCEF75-1384-DB4E-D861-99D6044F3873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CEE9A6BA-AC89-55FA-78F8-27620A765AD5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A1FD448C-0180-0D81-4262-818261A8DD2E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8D978506-000A-7DB7-503C-291E857C9203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B966DBC8-65E0-D831-4313-45C811048959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F51EC9D1-898B-BC59-30F6-144720E3E69A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A96C4085-15A6-60A3-1283-63A5C248731D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ABFA3BB5-E12D-3C04-4EEE-1D40ED2F3AB6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C1C9D91F-3329-26F1-0000-78086EAB5F93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B409DA7B-807A-42B7-16AE-26214E289596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868A2AD0-C3B7-D1ED-4307-0012C64D7837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ctangle 1218">
            <a:extLst>
              <a:ext uri="{FF2B5EF4-FFF2-40B4-BE49-F238E27FC236}">
                <a16:creationId xmlns:a16="http://schemas.microsoft.com/office/drawing/2014/main" id="{C5C3A5D7-CA27-A7AC-730B-065140629690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D6112D2C-A71A-C6A8-9C0E-1A0D5C299EA7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Rectangle 1223">
            <a:extLst>
              <a:ext uri="{FF2B5EF4-FFF2-40B4-BE49-F238E27FC236}">
                <a16:creationId xmlns:a16="http://schemas.microsoft.com/office/drawing/2014/main" id="{F12F3A85-5A46-A90A-897E-1480E14ACDB4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Rectangle 1225">
            <a:extLst>
              <a:ext uri="{FF2B5EF4-FFF2-40B4-BE49-F238E27FC236}">
                <a16:creationId xmlns:a16="http://schemas.microsoft.com/office/drawing/2014/main" id="{4F06D426-717B-A7A1-5B5F-7FEC4FAD85B4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Rectangle 1227">
            <a:extLst>
              <a:ext uri="{FF2B5EF4-FFF2-40B4-BE49-F238E27FC236}">
                <a16:creationId xmlns:a16="http://schemas.microsoft.com/office/drawing/2014/main" id="{7EA29400-704F-CDEF-989D-D70E08B44608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3E56AE71-14ED-C60A-694B-8F31C9272D43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Rectangle 1231">
            <a:extLst>
              <a:ext uri="{FF2B5EF4-FFF2-40B4-BE49-F238E27FC236}">
                <a16:creationId xmlns:a16="http://schemas.microsoft.com/office/drawing/2014/main" id="{F102FAA2-5A4B-B2FD-02DA-00382F4AE944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Rectangle 1233">
            <a:extLst>
              <a:ext uri="{FF2B5EF4-FFF2-40B4-BE49-F238E27FC236}">
                <a16:creationId xmlns:a16="http://schemas.microsoft.com/office/drawing/2014/main" id="{BB16FFF0-6F0F-71D7-7805-3C4F121B39A8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Rectangle 1235">
            <a:extLst>
              <a:ext uri="{FF2B5EF4-FFF2-40B4-BE49-F238E27FC236}">
                <a16:creationId xmlns:a16="http://schemas.microsoft.com/office/drawing/2014/main" id="{E4BF412A-16D4-817D-85C5-DC544B90C43B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Rectangle 1237">
            <a:extLst>
              <a:ext uri="{FF2B5EF4-FFF2-40B4-BE49-F238E27FC236}">
                <a16:creationId xmlns:a16="http://schemas.microsoft.com/office/drawing/2014/main" id="{DA77F29B-EB30-2C6F-7FF2-C9944D32281E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2F45D150-8FA3-6E1C-84A1-DE95C83A8364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74AE9BF7-D950-FEC2-4D7E-41B6C9E7DD72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E5AF05A0-D723-0B2B-978D-0CF87A73B521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Rectangle 1245">
            <a:extLst>
              <a:ext uri="{FF2B5EF4-FFF2-40B4-BE49-F238E27FC236}">
                <a16:creationId xmlns:a16="http://schemas.microsoft.com/office/drawing/2014/main" id="{372A92D8-7F25-0C3F-2390-CB1695EC4E91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Rectangle 1247">
            <a:extLst>
              <a:ext uri="{FF2B5EF4-FFF2-40B4-BE49-F238E27FC236}">
                <a16:creationId xmlns:a16="http://schemas.microsoft.com/office/drawing/2014/main" id="{D88C7E22-877A-79F1-C1DD-3E563AC58309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Rectangle 1249">
            <a:extLst>
              <a:ext uri="{FF2B5EF4-FFF2-40B4-BE49-F238E27FC236}">
                <a16:creationId xmlns:a16="http://schemas.microsoft.com/office/drawing/2014/main" id="{54F36C62-FF68-2644-0A8C-FFC46A2C4E80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574D910F-49D0-1A59-2C2C-FF6A0926DADF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294536E2-DA84-47A3-A619-83AAEB8F28CE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ctangle 1255">
            <a:extLst>
              <a:ext uri="{FF2B5EF4-FFF2-40B4-BE49-F238E27FC236}">
                <a16:creationId xmlns:a16="http://schemas.microsoft.com/office/drawing/2014/main" id="{5366E44B-8E28-E881-3792-AC244B96B6DA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BD0807B1-9CBC-D112-5DCC-6C3B58748B92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316A616E-E6F9-2E7E-9B95-AD6F843FF5D6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A82D10C2-C831-4536-972C-47E937D60274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821FB6A0-97E3-9430-E4BC-E8C352D33135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ctangle 1265">
            <a:extLst>
              <a:ext uri="{FF2B5EF4-FFF2-40B4-BE49-F238E27FC236}">
                <a16:creationId xmlns:a16="http://schemas.microsoft.com/office/drawing/2014/main" id="{2190B8FA-764F-0518-2892-9FCB73F41014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ctangle 1267">
            <a:extLst>
              <a:ext uri="{FF2B5EF4-FFF2-40B4-BE49-F238E27FC236}">
                <a16:creationId xmlns:a16="http://schemas.microsoft.com/office/drawing/2014/main" id="{F1D5E346-FA25-D314-7A18-CC59799A0153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B5AA899A-3692-8FEE-85C3-E76FBA737D9F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9F93A5C3-DD9F-4E67-5D31-F7DAB50279A5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C312400-8458-5B70-CADF-FFC16D23A895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ctangle 1275">
            <a:extLst>
              <a:ext uri="{FF2B5EF4-FFF2-40B4-BE49-F238E27FC236}">
                <a16:creationId xmlns:a16="http://schemas.microsoft.com/office/drawing/2014/main" id="{72F1A05F-4C87-70A8-8EBF-6AEDBED0239C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3367FDF8-EA53-7D9E-C5BB-1D67B424F239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79854F73-1059-72D5-9B7A-77E12C217BBF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22977351-DF7A-D661-6E18-3B9B8F3C1F63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62B09008-B4DD-BF63-5C9E-ED859717669C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CA726510-B7A5-6AB8-AC2C-3A82FD969431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BBA92A2-5F24-D3A8-51D0-2FB803B27D1E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474EB829-E386-B2FC-92A0-A4E036C2C44D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813BB1A1-3234-0977-838A-5EFE4034D180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6AEE7CB2-AE9F-C59B-141E-D95EED6050CE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AD70F300-E7B0-AFBB-562C-BC3BAE32CDCF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B7CEC9B0-916D-FB33-3A9E-CAD01778CD62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313AEFF-F081-59C8-5902-E1BD2976D59E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916036C4-D841-10F9-3600-91E48B8CBAD8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52BAC853-F1A1-9675-2A46-163F84FF7752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3A79A82D-194F-6195-7B70-65AA80FAE777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075941BB-1D77-3B45-2E24-A0EEC189D674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ED9684BF-9A47-9CC2-51D6-51651408507D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FF8D602E-BFD1-BAEC-15F4-3F0A7F13DABE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4FBFE751-E9FD-3481-ECD0-D34E2DD976DB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C4FBFAF0-C286-6934-C6F6-0F8069393855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Rectangle 1285">
            <a:extLst>
              <a:ext uri="{FF2B5EF4-FFF2-40B4-BE49-F238E27FC236}">
                <a16:creationId xmlns:a16="http://schemas.microsoft.com/office/drawing/2014/main" id="{B1622283-DD6E-0987-E935-646CB91C5852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Rectangle 1287">
            <a:extLst>
              <a:ext uri="{FF2B5EF4-FFF2-40B4-BE49-F238E27FC236}">
                <a16:creationId xmlns:a16="http://schemas.microsoft.com/office/drawing/2014/main" id="{85997707-958A-4255-7D39-6963E272BEF8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Rectangle 1289">
            <a:extLst>
              <a:ext uri="{FF2B5EF4-FFF2-40B4-BE49-F238E27FC236}">
                <a16:creationId xmlns:a16="http://schemas.microsoft.com/office/drawing/2014/main" id="{A68A5089-A06E-8597-2119-3D05FDEDDFC4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Rectangle 1291">
            <a:extLst>
              <a:ext uri="{FF2B5EF4-FFF2-40B4-BE49-F238E27FC236}">
                <a16:creationId xmlns:a16="http://schemas.microsoft.com/office/drawing/2014/main" id="{527003B5-2A2D-EAC0-B5A5-4701FEB103CF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Rectangle 1293">
            <a:extLst>
              <a:ext uri="{FF2B5EF4-FFF2-40B4-BE49-F238E27FC236}">
                <a16:creationId xmlns:a16="http://schemas.microsoft.com/office/drawing/2014/main" id="{E884C2DB-9F42-26DC-6140-212892E5D2B4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Rectangle 1295">
            <a:extLst>
              <a:ext uri="{FF2B5EF4-FFF2-40B4-BE49-F238E27FC236}">
                <a16:creationId xmlns:a16="http://schemas.microsoft.com/office/drawing/2014/main" id="{D12EA643-F207-4067-FBF1-F329766E6D25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Rectangle 1297">
            <a:extLst>
              <a:ext uri="{FF2B5EF4-FFF2-40B4-BE49-F238E27FC236}">
                <a16:creationId xmlns:a16="http://schemas.microsoft.com/office/drawing/2014/main" id="{41F759E3-FEAF-B28C-C77D-9F0EC317F9AE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Rectangle 1299">
            <a:extLst>
              <a:ext uri="{FF2B5EF4-FFF2-40B4-BE49-F238E27FC236}">
                <a16:creationId xmlns:a16="http://schemas.microsoft.com/office/drawing/2014/main" id="{95A74E5D-B8DC-B3C5-CF9D-77B7A1669517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Rectangle 1301">
            <a:extLst>
              <a:ext uri="{FF2B5EF4-FFF2-40B4-BE49-F238E27FC236}">
                <a16:creationId xmlns:a16="http://schemas.microsoft.com/office/drawing/2014/main" id="{DCD37678-C762-C855-FA88-0878112EE0DF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ED4D4199-6AD6-799E-D5BB-99E78833F7DB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B2FA8BBF-D681-E247-7C78-39BC50392DDC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8" name="Rectangle 1307">
            <a:extLst>
              <a:ext uri="{FF2B5EF4-FFF2-40B4-BE49-F238E27FC236}">
                <a16:creationId xmlns:a16="http://schemas.microsoft.com/office/drawing/2014/main" id="{2E04BFD2-8C36-9204-CF27-8B8A66A191F9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0" name="Rectangle 1309">
            <a:extLst>
              <a:ext uri="{FF2B5EF4-FFF2-40B4-BE49-F238E27FC236}">
                <a16:creationId xmlns:a16="http://schemas.microsoft.com/office/drawing/2014/main" id="{00C383D1-CF58-ED31-4A9A-5FCAAB0089CA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C57829C8-9984-50B4-E00B-048D7B332148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FD9C69B8-3210-D225-22B7-09331B696DE6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6" name="Rectangle 1315">
            <a:extLst>
              <a:ext uri="{FF2B5EF4-FFF2-40B4-BE49-F238E27FC236}">
                <a16:creationId xmlns:a16="http://schemas.microsoft.com/office/drawing/2014/main" id="{DC772D50-698B-5E7A-0D8E-584F355103C2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8" name="Rectangle 1317">
            <a:extLst>
              <a:ext uri="{FF2B5EF4-FFF2-40B4-BE49-F238E27FC236}">
                <a16:creationId xmlns:a16="http://schemas.microsoft.com/office/drawing/2014/main" id="{4A8B7064-3446-EBEE-A7A2-1CE0426466D5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E51C3958-8CC1-65B7-94B4-AD893BA7C764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2" name="Rectangle 1321">
            <a:extLst>
              <a:ext uri="{FF2B5EF4-FFF2-40B4-BE49-F238E27FC236}">
                <a16:creationId xmlns:a16="http://schemas.microsoft.com/office/drawing/2014/main" id="{B749E323-B3AC-A74F-C084-632F11EF3ED8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07F39773-ACC1-1081-76DB-D9044B513641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6" name="Rectangle 1325">
            <a:extLst>
              <a:ext uri="{FF2B5EF4-FFF2-40B4-BE49-F238E27FC236}">
                <a16:creationId xmlns:a16="http://schemas.microsoft.com/office/drawing/2014/main" id="{822C2B1C-2752-4A0C-756F-AA51ACD55B8B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8" name="Rectangle 1327">
            <a:extLst>
              <a:ext uri="{FF2B5EF4-FFF2-40B4-BE49-F238E27FC236}">
                <a16:creationId xmlns:a16="http://schemas.microsoft.com/office/drawing/2014/main" id="{A0C293AD-725C-19B8-E1DB-12EC1C35CC97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0" name="Rectangle 1329">
            <a:extLst>
              <a:ext uri="{FF2B5EF4-FFF2-40B4-BE49-F238E27FC236}">
                <a16:creationId xmlns:a16="http://schemas.microsoft.com/office/drawing/2014/main" id="{0A172BBB-9268-D580-2930-D37003C6210F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94DE50B6-AC62-2CBD-83AA-B7A352E1AF70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A9D6B-AC4F-C7E7-78E6-88523352955E}"/>
              </a:ext>
            </a:extLst>
          </p:cNvPr>
          <p:cNvSpPr/>
          <p:nvPr/>
        </p:nvSpPr>
        <p:spPr>
          <a:xfrm>
            <a:off x="5661406" y="5320031"/>
            <a:ext cx="3158081" cy="420186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668C6-65CE-96FD-F471-B6C495C97521}"/>
              </a:ext>
            </a:extLst>
          </p:cNvPr>
          <p:cNvSpPr/>
          <p:nvPr/>
        </p:nvSpPr>
        <p:spPr>
          <a:xfrm>
            <a:off x="5658180" y="2591568"/>
            <a:ext cx="3158081" cy="1778391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6" name="Rectangle 1335">
            <a:extLst>
              <a:ext uri="{FF2B5EF4-FFF2-40B4-BE49-F238E27FC236}">
                <a16:creationId xmlns:a16="http://schemas.microsoft.com/office/drawing/2014/main" id="{A7CD671E-3343-4ED2-882F-BE3A77669B08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F432F2A4-37BE-A3F1-4640-71EB15F98083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1F951AC7-7107-4B21-C479-799212D7ED16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D4A3A6FF-D940-878B-0863-8D5128009DE5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F7620A67-5086-4B5C-5207-9F5184C0F0F9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0CE6B856-9617-B4FC-3CBC-8928210271E1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2FF20D94-EFC9-123A-B81D-49F98E6898D5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AC839532-752D-3E09-6E47-29F850E4676D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6DEA2FAE-D3BF-F7CD-151A-B5CEC07659D7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9F37DF1F-7F18-D451-DA37-477C10455DB3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1358" name="TextBox 1357">
            <a:extLst>
              <a:ext uri="{FF2B5EF4-FFF2-40B4-BE49-F238E27FC236}">
                <a16:creationId xmlns:a16="http://schemas.microsoft.com/office/drawing/2014/main" id="{5779AC10-100D-9B48-05A7-0E389AF1BB37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D14AE-FD30-7124-554C-0C4842C12549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7EB60-9CF5-B965-AD02-6FAF4662A8C9}"/>
              </a:ext>
            </a:extLst>
          </p:cNvPr>
          <p:cNvSpPr txBox="1"/>
          <p:nvPr/>
        </p:nvSpPr>
        <p:spPr>
          <a:xfrm>
            <a:off x="176083" y="1644868"/>
            <a:ext cx="4083415" cy="1338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dimensionality (3D </a:t>
            </a: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4D tori)</a:t>
            </a:r>
          </a:p>
          <a:p>
            <a:pPr algn="l">
              <a:spcAft>
                <a:spcPts val="900"/>
              </a:spcAft>
            </a:pPr>
            <a:endParaRPr lang="de-DE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749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027B-7591-6A91-708B-31FD109E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6A230-AAE8-9A4A-D23E-955076A7A55A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9B2F867-5737-48EE-65FE-64EF20BDA271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33210820-B82C-E1EB-F080-7F6463BD47A0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B9A399BD-AFD7-62D9-A27A-A9B5C96E1DEC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AF79418A-8045-E09C-C0C2-4F61287582D1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7A292DD5-3B3E-7B20-E5D7-C8A235A3A6B7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E5599E7C-301C-48B8-0770-53479638F355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88F7E3D2-7151-B92E-58AB-1A8A14074EE4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700D7596-2E37-EE3C-4C2A-81B3BDEA3D60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03A66268-E5B0-C8FC-1E2B-F4CB8A0FACDF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447A525-58EF-44C4-5BA8-F06B2A605BD6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8F6495A8-64BB-EF45-A598-898B39EEBB1F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A36F6A83-C06F-071F-A0AC-CBAA57142928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119C6B7A-AF40-C2AE-3A45-43498FD27206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49443425-4C68-14ED-F044-7D96D638E843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0238615C-0C8D-1AE1-1EDE-AFDD15C7368A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6BE69984-43D6-4964-E4FA-D388F5A37B22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BD10BA2B-47C6-B4CD-3A55-DCCF1F3C4D95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80BE54-E400-933F-0E64-ED8D955FF684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3B7CD075-1552-1A1C-2643-94B4B69723D2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68191A66-9B9F-F344-F0FB-C8D5F71A2379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E83B86B3-1C02-1BEF-A12F-8BB4D38D7ED6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AF2BA305-9296-9EBE-4DCC-A832478BE7C9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59C6292B-C46C-396C-41AB-B0C62C282A5B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7EF5EC99-AE0C-4B94-1932-F5A890E08F48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68A3FCF3-904B-0AFB-B28A-C587232B7196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EBEB1CF0-5B08-877D-68F6-2A398D7E63BC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4801A547-07A3-86C3-DB5E-1C5168409A35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8DD9D9D3-E0D4-B26F-E18C-3F999F1A34FF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4CFCE1E-61D2-A561-2BB3-D2B47F24F51E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DCB7E43F-2D19-FCAD-6F80-8774622F5222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DE6C3A33-C871-CE39-6983-254C6B537E07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FA83EE98-1685-621A-A67D-105EBD888C58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CE6031DB-491D-6098-F371-0B7DA8865AFC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54ECA7F7-AE4C-F1FF-95FB-C8B3AE4B85B2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7CD4952E-FA5D-FE58-4EB8-D2477B5BAF1E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BC90B684-4BEA-6C93-7BD6-A7498AE5D8F6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3C5E9A6A-339C-2057-9DB7-979388BFE7C6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E63588-9701-4649-7BD7-620CEDD06D98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AC875F-9BC5-833C-2D45-EF473B5B3E9A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CB3C19-0372-70F6-180D-DE9BBE8E7B84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51D472-CFD8-6856-F332-415C67872D1B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F7D3BC-891B-DAAE-3938-8F50561A5602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E49565-3372-0C68-B82A-4191F2C72F8B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58199C-F1F2-76E8-A71F-51B07E647F81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F624A9-162B-EEED-1056-A21ADEFCF29E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19395A-DF07-845A-4ED9-C57576A01105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1574A-5FF8-A551-04BC-BC2286762CEB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D1B367-40E1-15BA-FB16-3EAB28C157BF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B3FE19-368C-DD1E-AF5F-344655998302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2C6E9C-121B-9749-BEAE-7477E00C729E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C8B244-F0B2-09FC-BC6E-C95C8B2FAA09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9C6537-510E-3FA9-56F0-DC71D9CF6C59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E2086F-CCAB-6D43-A24C-9884BAA5B277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669C49-2B80-80AA-39F7-61C09C0F1B8A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5C6911-02BB-089B-63F0-08BF6E701776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C87C0F-AC43-E0DE-4EB0-587DDF424BE2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3B697E-8D62-44DB-00B3-D34B6AEFD0A8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40EE6D-AF25-EE44-D95A-97D71CF558B7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216E27D-DA8C-ACDD-3E87-B3178832CF55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3BA69BEE-D098-1D93-6EC0-60CEA2231A1D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04B6C2BF-7E13-5A89-D01F-A617C8F68184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DEF09A97-53E3-F25C-98B1-BD4FBEC0918B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0B1D88A4-DAA3-0C08-4FCC-DE5358193BE7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2EF4991E-8041-C0C1-B1BF-6E81C1FE13A4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7E54D19D-ACA2-93A5-6503-4B1DEA4BFBAE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F6BB7F55-2DCD-B387-4C22-C0D37EFDBF3A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B14EB79F-577A-71B8-1261-790A2EF53FE4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1ABB596D-D72B-059F-C247-CDA35F2C669C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D164391-CF79-FF3F-6753-1A428C5302BC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ADB4CED0-2746-21BF-C7B7-E264C0C6C4ED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A14EDBF0-E8A4-9A8B-5035-3403021CFBE1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D68DE28F-72D1-7F4F-4961-AD27B6FD5EB7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AEEFE0B8-4007-FDBC-3753-74D60636B74A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19C97160-05B2-5A04-856B-E308FDA56A1A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04F4F9ED-29BD-B118-A109-AA466E051AD3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271A37C4-CA94-4187-B943-7CB3D106B939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37722C1D-DDA0-5583-8705-9E7926E5629A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82B665C9-01B4-E942-6BE7-BD94A4423653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68923984-6C67-CC27-4CC6-D1FBCAA2DD87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086624F2-227B-86D6-16D8-0E3FCDE00827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FECCFBB1-C658-C9B9-A957-50EB77EC5656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4176F4EF-FEC1-94D5-C7D6-572D239E9BE7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D2E10723-7D21-52EB-D614-1E9EB90AD50F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D549F155-2EAA-6F85-292F-F632255DC793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17F806C4-5B8C-8A35-295A-24AFC48B8435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B0B04F88-7AAE-902B-7622-77E49EE52B57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0EDD60C2-5EF2-354B-CA31-DED49F92451B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683554EE-6E0E-8664-9556-29CF0CE28A91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9380782F-E82F-0924-C331-285AB8D2FDE9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159900F3-B058-AFD6-4445-8B56C089DBB0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Rectangle 1021">
            <a:extLst>
              <a:ext uri="{FF2B5EF4-FFF2-40B4-BE49-F238E27FC236}">
                <a16:creationId xmlns:a16="http://schemas.microsoft.com/office/drawing/2014/main" id="{B106E4D3-9FA7-C5F5-C630-0C813E42EC17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7429FFB-146B-82C1-7D3E-DC39B9D44EFC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CECD51C5-F95D-12BF-C428-A55D89509416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60F02337-11A1-E086-49B0-9219554AF0E5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9DF820D6-A5A3-0B61-0CD6-07111DF42F76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73388440-DAA3-BDEF-C1F3-9E8ADF2EF0E5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709BC4D2-B8BC-E4AB-5220-E6F1F63BD150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FC48B68D-90EB-2F0D-B7A9-A5890E1E3B98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C9A06A5-F3DB-47D9-7073-D0E1C55E783E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1F90CEA8-5A5F-B09C-60BE-CD0282CF62D8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80863202-F509-5CAE-FB8E-F1D136F354B7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80D6A1A1-6943-FB15-493E-74554D6720C9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6E9306A5-9B22-694A-82C9-2195EE2FC825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70D178C1-5BEA-D1D7-B891-03FB8EE6AA45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31E8FFE9-FF2E-8FC6-B107-36E1A1F493BE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6521429E-1151-9719-468C-D0913D8ABA1F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93629B52-196D-01DD-4A67-AB7F6E145027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B84943E4-28E6-AD3F-0E58-4678C6F921F0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6642496-D623-0F00-D90B-C2D3E883B2F6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865E4985-F1DA-6065-CD68-DEE4516234BC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EE999BE9-5CFB-B078-4D12-793EA6BDF5B0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C69C70B-4A16-B4CE-5618-FD5EAC0AB905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228BBF76-697D-790A-819F-10563C36E539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8325E97C-FCB0-FBC7-C3E7-23D1C4FA320F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565DA90-0836-E85E-4AF2-84C8AA5372DE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F697F083-82CF-DFBD-F0FE-3E0FDD4F7663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7A34F377-23B9-65B0-7E25-FAFA5D6EBF2D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F9EFDC2C-7F54-D086-901C-3071E7813352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3D3074F1-A6D9-68E8-F4CF-710733A39528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632480AE-0B72-3DB2-F136-6D6552CB55B5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A6CE4297-2F23-374A-94AB-CDCC3A08F716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E952BE81-4B4B-C353-2CD6-BA28A9B0B0EC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ADF8927-AD0E-CF19-16EE-5DD4D4059BC7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8BDA498-886C-426E-B6B0-3966E8FF3B4B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4249FD8B-846B-6D27-1C1C-86E3EAA3FC51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6C5A4903-5678-576C-991E-CD4E1638191A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9FF3D352-9A30-5B47-59F0-EFC210BDA62B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29B21645-17DA-5E99-EA6E-1B3FBED19755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34814349-CDFA-2959-D9EF-20AD7D903D25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5692C281-0E1D-CCF6-4B5E-850A48EB6A4E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CC4ECD6-3481-3054-D751-BA8C850A232A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C992E2DC-0E95-7227-40B4-8FDCEA12B6E7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895FD98D-8F43-F75E-0CC4-7A683B94C587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6EBDC1D7-5CB9-DD57-BB8F-16948ADE420E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B56F8275-3327-107F-764D-E2E971972DAE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C54033BC-07F1-C650-B84F-75ECCC2FE6AF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7CAA0612-5BFF-1B1D-D3EF-D14263D60C35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C8287140-DB82-EC36-66E4-0D8536AB78A5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EC63FAD9-AD6F-50A3-EB6F-9354623AA891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39FE1A8D-7B79-C31E-244B-1555902488DC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B9BB469D-B10C-941C-4998-79D62B17B5FF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D10F78FB-E38B-DA06-3901-4713C6CE5841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8DBFFED9-276C-7477-E779-14213C528537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7030549C-7141-1F37-616C-259E7B74C0A6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9CF6A1EA-BEF1-768A-63C8-6C47BD8F33CB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B0BA0721-0C3B-96D6-E4CD-C53CD0778E4E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3A66DCD5-21CE-29BB-3CA2-CE9B4C07E8F1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E075CAF7-1E5A-6CAB-2323-6BAB8AA3F46B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7BBDDC63-A7A4-0D7A-4E8B-832C45232C79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DDBFDA01-4036-8B50-BDC9-3558D56D384F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3E5CF482-34BB-367A-0065-616B52F25C12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0C27E42E-2405-F3A4-CCB8-5B0C9AB229F1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4360E2D5-9C6B-0751-447B-552AF6942C9E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3B5C459C-B656-503D-EF37-A37617C8FE7B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6902ABDD-0E86-77B4-9090-BC383D78B117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506D2E4F-C8DC-02F2-D0FE-8F69A877486D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9EC5369C-1FB8-8B21-8678-EF7B7C512CAB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21DA6A56-8C86-918F-141C-827746101521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81D844F-5537-85DF-A3C6-CF91F11C1293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D804089-0EFA-9126-2E14-B5ED25CCFF60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C3E6883A-4A6F-131A-52B5-A1A933DE2739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0BD704BF-760B-8C20-C4CA-9B58E01DEDCB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8D3457EB-CDCF-E2A7-6776-D460E6102B8A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478F2BA7-E1BB-17F0-7428-010870D3901B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Rectangle 1143">
            <a:extLst>
              <a:ext uri="{FF2B5EF4-FFF2-40B4-BE49-F238E27FC236}">
                <a16:creationId xmlns:a16="http://schemas.microsoft.com/office/drawing/2014/main" id="{C8C2D362-22DB-6DD6-CA22-D850C2E8C408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74B47F2A-0C6A-821B-B98D-DA4B10E41B50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8340F7C3-EBFA-1DC5-A834-E73E46DFE808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95D56BCD-95EC-3C97-8ACA-933312522A3D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CE0E799D-7515-0D6C-0342-23C4117EF84F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7ED031C1-F392-7750-6283-16D044F33D35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DC1A4D6C-A492-BD41-69B9-09EC032435B8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2FB9F374-EB05-1A9C-DFC5-67D2380583A6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BF79BD57-700C-165A-D65F-B0464064513B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820AD608-0C53-967C-93F0-4B82BD2F94B4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Rectangle 735">
            <a:extLst>
              <a:ext uri="{FF2B5EF4-FFF2-40B4-BE49-F238E27FC236}">
                <a16:creationId xmlns:a16="http://schemas.microsoft.com/office/drawing/2014/main" id="{CC907988-2BFE-2C34-1DE9-DBB59E648D5B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F1E7623D-74EB-799B-54E0-B59A91AEB39F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64B0F19E-81EA-E828-6BFE-0D654C51A15C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7D935258-CAB6-9009-B079-B214763445AA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54510D9A-04F4-5A6B-DEB3-3CD587B11F85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E8BEE95D-FA59-056A-596E-67435482FB95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08BE2F26-6346-2184-4A74-6F0EC6CCFE4F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7EE84496-A12C-E4AF-4F6C-F765DEF97337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6DADAF70-559A-81D3-6EF3-D850EEF7C42C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A9FDD936-E8C3-8767-7B4A-97294EF6C99A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Rectangle 1159">
            <a:extLst>
              <a:ext uri="{FF2B5EF4-FFF2-40B4-BE49-F238E27FC236}">
                <a16:creationId xmlns:a16="http://schemas.microsoft.com/office/drawing/2014/main" id="{4C019AD6-67E6-F8FA-1E07-BC06A6635B66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Rectangle 1163">
            <a:extLst>
              <a:ext uri="{FF2B5EF4-FFF2-40B4-BE49-F238E27FC236}">
                <a16:creationId xmlns:a16="http://schemas.microsoft.com/office/drawing/2014/main" id="{9D725403-5821-A116-6FFC-68394F86B6DE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Rectangle 1167">
            <a:extLst>
              <a:ext uri="{FF2B5EF4-FFF2-40B4-BE49-F238E27FC236}">
                <a16:creationId xmlns:a16="http://schemas.microsoft.com/office/drawing/2014/main" id="{945AB832-DF0E-C3AB-6290-470BA645BA5D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60B0EEDF-AB91-0C50-1470-503B12B42804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9C849C49-329F-EDB8-3645-4B332214395A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Rectangle 1179">
            <a:extLst>
              <a:ext uri="{FF2B5EF4-FFF2-40B4-BE49-F238E27FC236}">
                <a16:creationId xmlns:a16="http://schemas.microsoft.com/office/drawing/2014/main" id="{0DBFC138-F5EA-A7AE-D70F-14C9BDB454A9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90FDE38C-947C-791E-1F20-B318D69D3C08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8DFF9D46-F531-5852-EC57-075C63411655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B61914C8-5DD5-9FF6-5851-14295C871956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832F6380-B1FA-3AC2-9C13-830C9BF98F45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2712B489-8F7A-49A7-C015-135289011571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Rectangle 1202">
            <a:extLst>
              <a:ext uri="{FF2B5EF4-FFF2-40B4-BE49-F238E27FC236}">
                <a16:creationId xmlns:a16="http://schemas.microsoft.com/office/drawing/2014/main" id="{2204BBA2-BB42-AD9C-04E9-FD01048B568F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17EF87C0-C7B0-DBDB-F9F9-0420269B69F7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Rectangle 1209">
            <a:extLst>
              <a:ext uri="{FF2B5EF4-FFF2-40B4-BE49-F238E27FC236}">
                <a16:creationId xmlns:a16="http://schemas.microsoft.com/office/drawing/2014/main" id="{1C2D252D-AD26-ECAE-D612-7AAAE461F0F9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83AF9D4D-7324-4E69-E864-C65CE56070DA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246744F9-3875-F2EF-B35D-796171444406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EC1A4364-411A-5D3E-8246-F222FC56246F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31C2A261-3382-98B2-CC43-76B955D1A32E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961A6169-F901-E095-5F8F-263526F5D4C8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D003A099-5971-E20B-B0AF-286E3A6DFF58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BCF5FAB6-9EDC-B2DA-5E06-D2E40B9C5675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996F9102-B618-B5A9-15CC-B019EA221BEC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2B1AB0FB-B85E-13AE-1758-CE7412CAA913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651AE9D1-3063-ADD4-F717-8B94A9C69A27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62E51D03-2B50-3F33-F18C-80E470244B7A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65FFDA18-7771-0A8A-FA95-188BEE379CFA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8FDA3BE3-555B-D49E-B086-A6514985AA3F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E870B1BD-A804-4204-296E-D5798CB6EDB7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4A82FC2D-31D3-E0FC-4B47-006628BF1257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B0D32BC2-E399-9044-40B9-24863E699279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2D3A4142-D6B7-F12C-8AA4-3408546F34AD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BF834186-8729-1B9E-43E2-8DBD6B3F888F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ctangle 1218">
            <a:extLst>
              <a:ext uri="{FF2B5EF4-FFF2-40B4-BE49-F238E27FC236}">
                <a16:creationId xmlns:a16="http://schemas.microsoft.com/office/drawing/2014/main" id="{EB7140F9-5678-3C52-D286-2544C231E5D6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1530637E-A7FD-427A-3108-ACF3A63C7D0D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Rectangle 1223">
            <a:extLst>
              <a:ext uri="{FF2B5EF4-FFF2-40B4-BE49-F238E27FC236}">
                <a16:creationId xmlns:a16="http://schemas.microsoft.com/office/drawing/2014/main" id="{10B1FA9C-40F2-AA8F-C544-76ACD75F3EB7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Rectangle 1225">
            <a:extLst>
              <a:ext uri="{FF2B5EF4-FFF2-40B4-BE49-F238E27FC236}">
                <a16:creationId xmlns:a16="http://schemas.microsoft.com/office/drawing/2014/main" id="{71F88F1D-4BA1-48FC-DEED-75AD303C77B4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Rectangle 1227">
            <a:extLst>
              <a:ext uri="{FF2B5EF4-FFF2-40B4-BE49-F238E27FC236}">
                <a16:creationId xmlns:a16="http://schemas.microsoft.com/office/drawing/2014/main" id="{76F071BF-D317-C2E5-DB32-64C9158A4FA8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49CBDAC9-2558-5872-B116-783F74035B2D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Rectangle 1231">
            <a:extLst>
              <a:ext uri="{FF2B5EF4-FFF2-40B4-BE49-F238E27FC236}">
                <a16:creationId xmlns:a16="http://schemas.microsoft.com/office/drawing/2014/main" id="{456AB954-23AF-DE67-2926-0448016EC200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Rectangle 1233">
            <a:extLst>
              <a:ext uri="{FF2B5EF4-FFF2-40B4-BE49-F238E27FC236}">
                <a16:creationId xmlns:a16="http://schemas.microsoft.com/office/drawing/2014/main" id="{10BD6CA7-4769-4BD1-57B1-84F8125813EA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Rectangle 1235">
            <a:extLst>
              <a:ext uri="{FF2B5EF4-FFF2-40B4-BE49-F238E27FC236}">
                <a16:creationId xmlns:a16="http://schemas.microsoft.com/office/drawing/2014/main" id="{4ACDE1AA-777F-6CAB-B6DB-5E6C0AF12111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Rectangle 1237">
            <a:extLst>
              <a:ext uri="{FF2B5EF4-FFF2-40B4-BE49-F238E27FC236}">
                <a16:creationId xmlns:a16="http://schemas.microsoft.com/office/drawing/2014/main" id="{BF0348B7-2EC5-2709-6744-782EF5F3C2CB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2753C246-99C5-D658-F84D-3FD73950E860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221C1FEB-00BE-EFFD-229C-22CA0A0CF830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9220F7D2-FC9E-F244-87ED-B41F2BCC48D3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Rectangle 1245">
            <a:extLst>
              <a:ext uri="{FF2B5EF4-FFF2-40B4-BE49-F238E27FC236}">
                <a16:creationId xmlns:a16="http://schemas.microsoft.com/office/drawing/2014/main" id="{AB23DA4D-C591-1F4D-D15E-9ACFB7CB8DA4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Rectangle 1247">
            <a:extLst>
              <a:ext uri="{FF2B5EF4-FFF2-40B4-BE49-F238E27FC236}">
                <a16:creationId xmlns:a16="http://schemas.microsoft.com/office/drawing/2014/main" id="{7A2E22A8-519D-D69C-437B-F39E7DB7DC0F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Rectangle 1249">
            <a:extLst>
              <a:ext uri="{FF2B5EF4-FFF2-40B4-BE49-F238E27FC236}">
                <a16:creationId xmlns:a16="http://schemas.microsoft.com/office/drawing/2014/main" id="{9D0E32E5-A8E1-B770-BABA-A81D94D466DA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77903BC3-BE8C-0744-80CC-EAD89BC37A36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5F2E981A-99C9-1FFF-91AC-D6A5E030BE0F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ctangle 1255">
            <a:extLst>
              <a:ext uri="{FF2B5EF4-FFF2-40B4-BE49-F238E27FC236}">
                <a16:creationId xmlns:a16="http://schemas.microsoft.com/office/drawing/2014/main" id="{7FF3A461-A11F-CD0D-AF73-082CF8E8429A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486F2B39-C3B8-D5C4-88FD-4922F724CCF9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CE2F4077-3CCE-AE34-F115-66F938CF7F76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7FA01202-2D87-831C-941D-21385A6C543E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1FA3E013-9A23-3036-9F96-58D537A8F295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ctangle 1265">
            <a:extLst>
              <a:ext uri="{FF2B5EF4-FFF2-40B4-BE49-F238E27FC236}">
                <a16:creationId xmlns:a16="http://schemas.microsoft.com/office/drawing/2014/main" id="{45D40F0E-8099-F65D-3E51-F7F6DB28968C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ctangle 1267">
            <a:extLst>
              <a:ext uri="{FF2B5EF4-FFF2-40B4-BE49-F238E27FC236}">
                <a16:creationId xmlns:a16="http://schemas.microsoft.com/office/drawing/2014/main" id="{1FE6E75D-9E6C-B0D5-A54F-B8CF4E31E18F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89AEA165-C788-04ED-A5B0-E6D39359BF27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3FF016E8-636B-2590-BB76-ACE97744319A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574BB4EE-FBE2-FCB2-B9DF-3424DD56235E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ctangle 1275">
            <a:extLst>
              <a:ext uri="{FF2B5EF4-FFF2-40B4-BE49-F238E27FC236}">
                <a16:creationId xmlns:a16="http://schemas.microsoft.com/office/drawing/2014/main" id="{4159E18D-1C98-E3A6-48FD-D84584199FB2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EE5D0C9E-411F-93E2-DE73-AA00C1B2A2F1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8AF80368-2709-7479-C833-C77457F3DDCE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CA25EBB0-2382-6BA1-C5F2-E3EE8908BF63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D8241AF-6054-E4EE-AAEB-B182236F0833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D27117B1-8A87-6CCD-3616-9A06594DB4C3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00090376-793A-FC44-1DBA-620E40AD8C7D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634501BC-FB2F-2939-F4FC-322BB332552E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3675598A-1AFD-6339-BB96-70ED55A4F390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B27B5BF-7F5F-26BE-F35A-DA3BCAFADB23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4699D371-62C4-D702-71BA-B6FE26C5A39B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88404672-F4FA-175A-4AEA-631B8E1FDD79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354A8809-EA0D-C43D-B5FC-208A4CA0444A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4F13A70A-CBA2-69A0-6843-3B5834C591DA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FB1FCA63-1B4F-B3E4-B16C-53A36201D8DE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C39A66B7-FFC2-C965-773E-67E56730C976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9C926724-A45E-ADBB-FD17-35F1E618B2EF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DCC52B18-509A-B648-3F44-4438B7B719E4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2A623DE3-6243-8AAF-99F1-82ED2BC52798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424949B8-F754-B97A-EC4F-AC08E6F8C0CC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3A33A306-199B-971A-3367-BB1D5C962360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Rectangle 1285">
            <a:extLst>
              <a:ext uri="{FF2B5EF4-FFF2-40B4-BE49-F238E27FC236}">
                <a16:creationId xmlns:a16="http://schemas.microsoft.com/office/drawing/2014/main" id="{58D7FD40-1523-8B05-3F1B-CBC136202048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Rectangle 1287">
            <a:extLst>
              <a:ext uri="{FF2B5EF4-FFF2-40B4-BE49-F238E27FC236}">
                <a16:creationId xmlns:a16="http://schemas.microsoft.com/office/drawing/2014/main" id="{87936C16-0A5E-7BF4-F1A1-BC71B54778EC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Rectangle 1289">
            <a:extLst>
              <a:ext uri="{FF2B5EF4-FFF2-40B4-BE49-F238E27FC236}">
                <a16:creationId xmlns:a16="http://schemas.microsoft.com/office/drawing/2014/main" id="{B91E3548-96F3-23F7-BC7F-27661B842992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Rectangle 1291">
            <a:extLst>
              <a:ext uri="{FF2B5EF4-FFF2-40B4-BE49-F238E27FC236}">
                <a16:creationId xmlns:a16="http://schemas.microsoft.com/office/drawing/2014/main" id="{4AA432E5-A7A6-E064-9FBB-5968590BDCB8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Rectangle 1293">
            <a:extLst>
              <a:ext uri="{FF2B5EF4-FFF2-40B4-BE49-F238E27FC236}">
                <a16:creationId xmlns:a16="http://schemas.microsoft.com/office/drawing/2014/main" id="{7A476391-49FA-2711-CCBB-7D60B22456D9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Rectangle 1295">
            <a:extLst>
              <a:ext uri="{FF2B5EF4-FFF2-40B4-BE49-F238E27FC236}">
                <a16:creationId xmlns:a16="http://schemas.microsoft.com/office/drawing/2014/main" id="{A50C85E7-4693-5922-8C37-9579EB1D568B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Rectangle 1297">
            <a:extLst>
              <a:ext uri="{FF2B5EF4-FFF2-40B4-BE49-F238E27FC236}">
                <a16:creationId xmlns:a16="http://schemas.microsoft.com/office/drawing/2014/main" id="{A7B68EC7-0585-1F1D-32D1-0CB6D300FBAE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Rectangle 1299">
            <a:extLst>
              <a:ext uri="{FF2B5EF4-FFF2-40B4-BE49-F238E27FC236}">
                <a16:creationId xmlns:a16="http://schemas.microsoft.com/office/drawing/2014/main" id="{9FCB6E06-33CE-26E1-A5DB-051A5D5C8CA2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Rectangle 1301">
            <a:extLst>
              <a:ext uri="{FF2B5EF4-FFF2-40B4-BE49-F238E27FC236}">
                <a16:creationId xmlns:a16="http://schemas.microsoft.com/office/drawing/2014/main" id="{D8BF6441-BA2B-4450-DD89-65BF2E4D1618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06836167-65D7-CA28-02DF-45EDB9AFCEA7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1BE92851-AEFC-2FE5-ECB5-60D07F0E148A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8" name="Rectangle 1307">
            <a:extLst>
              <a:ext uri="{FF2B5EF4-FFF2-40B4-BE49-F238E27FC236}">
                <a16:creationId xmlns:a16="http://schemas.microsoft.com/office/drawing/2014/main" id="{68BFDDB6-BCFF-E797-8DFF-4137BF8E1CBD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0" name="Rectangle 1309">
            <a:extLst>
              <a:ext uri="{FF2B5EF4-FFF2-40B4-BE49-F238E27FC236}">
                <a16:creationId xmlns:a16="http://schemas.microsoft.com/office/drawing/2014/main" id="{07460537-A876-DC07-3A13-2F59DB8E6DBF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37973B09-0D39-6E8A-AF70-3556A81145E3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C66A9CB5-1A04-B076-7658-34835630869A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6" name="Rectangle 1315">
            <a:extLst>
              <a:ext uri="{FF2B5EF4-FFF2-40B4-BE49-F238E27FC236}">
                <a16:creationId xmlns:a16="http://schemas.microsoft.com/office/drawing/2014/main" id="{2D72D1B5-7039-5FEE-E59C-07A7BBA4C2D2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8" name="Rectangle 1317">
            <a:extLst>
              <a:ext uri="{FF2B5EF4-FFF2-40B4-BE49-F238E27FC236}">
                <a16:creationId xmlns:a16="http://schemas.microsoft.com/office/drawing/2014/main" id="{C5408BDC-68D4-DA5F-E35E-830D790F7E9F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A623A124-F5D8-9F76-56F4-99FC5A0258BD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2" name="Rectangle 1321">
            <a:extLst>
              <a:ext uri="{FF2B5EF4-FFF2-40B4-BE49-F238E27FC236}">
                <a16:creationId xmlns:a16="http://schemas.microsoft.com/office/drawing/2014/main" id="{C44894CB-6969-B609-0DEB-7CD0DC604614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FDEAFE6C-F3B9-2DE9-8150-4661851BC7A0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6" name="Rectangle 1325">
            <a:extLst>
              <a:ext uri="{FF2B5EF4-FFF2-40B4-BE49-F238E27FC236}">
                <a16:creationId xmlns:a16="http://schemas.microsoft.com/office/drawing/2014/main" id="{C17155C0-BB19-B034-8BFC-251DBB1C1198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8" name="Rectangle 1327">
            <a:extLst>
              <a:ext uri="{FF2B5EF4-FFF2-40B4-BE49-F238E27FC236}">
                <a16:creationId xmlns:a16="http://schemas.microsoft.com/office/drawing/2014/main" id="{7F3DFEFF-C1E9-24F6-95A2-316D2607C0EB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0" name="Rectangle 1329">
            <a:extLst>
              <a:ext uri="{FF2B5EF4-FFF2-40B4-BE49-F238E27FC236}">
                <a16:creationId xmlns:a16="http://schemas.microsoft.com/office/drawing/2014/main" id="{EDCF1131-21F9-8F52-DC3E-8607ACFB866C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594DACB5-458E-726C-499E-1C84301681E1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4" name="Rectangle 1333">
            <a:extLst>
              <a:ext uri="{FF2B5EF4-FFF2-40B4-BE49-F238E27FC236}">
                <a16:creationId xmlns:a16="http://schemas.microsoft.com/office/drawing/2014/main" id="{887F52C8-D283-85BE-4AB1-95E5D5A40977}"/>
              </a:ext>
            </a:extLst>
          </p:cNvPr>
          <p:cNvSpPr/>
          <p:nvPr/>
        </p:nvSpPr>
        <p:spPr>
          <a:xfrm>
            <a:off x="5662825" y="2412556"/>
            <a:ext cx="3158081" cy="199682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6" name="Rectangle 1335">
            <a:extLst>
              <a:ext uri="{FF2B5EF4-FFF2-40B4-BE49-F238E27FC236}">
                <a16:creationId xmlns:a16="http://schemas.microsoft.com/office/drawing/2014/main" id="{7574D5AA-1F8C-39B9-F70F-3946E78FF8F6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61E9C416-C445-4819-5083-ABD290331223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253E14A-721A-F689-8DBD-A24528013EB9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983F0CBC-F42F-9186-071D-5D71A6A70728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934C36D5-9048-673F-D047-CC6D1F170B3C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2281D4EB-45FC-D8BD-0809-8C6B5589BFE2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6F5153B7-0C61-584D-75FB-F763274EE6DF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93FAB6ED-276E-2FE6-765A-167E87EC95E3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6B2C7C8B-47A6-7EFF-E07D-E2F0F52F00BE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7ED17C82-CD68-1D1F-449D-8C9ABC7A1C27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1358" name="TextBox 1357">
            <a:extLst>
              <a:ext uri="{FF2B5EF4-FFF2-40B4-BE49-F238E27FC236}">
                <a16:creationId xmlns:a16="http://schemas.microsoft.com/office/drawing/2014/main" id="{E6A61A53-9E0E-B360-89F0-19D624C5B237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964D4-A2EE-7575-130A-C8F952DC634D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A2C5F-9A40-08CD-B3CB-5AF831CB1D93}"/>
              </a:ext>
            </a:extLst>
          </p:cNvPr>
          <p:cNvSpPr txBox="1"/>
          <p:nvPr/>
        </p:nvSpPr>
        <p:spPr>
          <a:xfrm>
            <a:off x="176083" y="1644868"/>
            <a:ext cx="4083415" cy="1731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dimensionality (3D </a:t>
            </a:r>
            <a:b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4D tori)</a:t>
            </a:r>
          </a:p>
          <a:p>
            <a:pPr>
              <a:spcAft>
                <a:spcPts val="900"/>
              </a:spcAft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Large networks/dimension sizes</a:t>
            </a:r>
          </a:p>
          <a:p>
            <a:pPr algn="l">
              <a:spcAft>
                <a:spcPts val="900"/>
              </a:spcAft>
            </a:pPr>
            <a:endParaRPr lang="de-DE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673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6ABC-ADC5-8743-1595-8B3042EE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136CE2-08AF-57A3-296F-A1CFF9455EFC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2D4453C-9639-14C0-AC97-DA87984185F9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ED927124-233B-319A-36D1-69502BB7DD57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44FF9C64-EE86-34E0-5EC8-C4712C0C74E8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4D94AC13-11F1-4236-B540-559F09449F51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30517E6E-1C3F-8259-C15F-F9A991FDE900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A5FC0E0A-EDEE-49E7-CDAD-D622C76412FC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A7F45FED-E3BC-F20D-F073-2B254FC558EF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2429EBD6-9EAC-4B12-DCE2-4FD92C33971C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A01A3965-3A85-952C-2A25-28657B74EF51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31733D23-E862-F3F7-C8FA-9714DE8DE721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7F218BDB-86BE-EF2B-6D85-E37F7147B4F7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0AB929D0-1F9B-205B-AA51-0CAC4687473C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C159B7E6-6839-327B-6DD0-4CF834B6F54D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A4A45EA2-8215-1CA5-0831-A59F50DA5B11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7C8CFDE7-03EA-50FF-DA98-4D428725A2E3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86B9B7D7-0D8B-147A-E9C2-E8AF4457E8A9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DDE7CF7D-258E-C3BD-E668-B1632C2B3931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39150E2C-1A97-EEA8-2289-F79705DD4265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C4717F81-7DBD-1203-FE04-0C7ED56F680A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8E8CEA84-7512-C3FC-16B1-8456AC035EDE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7C06F970-7A39-392B-AD82-7290353028D3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12035DA2-FA4F-CF07-8109-07643F138068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A1D56476-F932-165E-FF46-F8AB0175CDD6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741EB83B-08F8-0B5B-0336-E929A8A6475D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6EA58B25-B34F-861D-96CF-2F05B6DE1A1E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C86BED69-003D-4A62-CB3B-E0910C1F6DA2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5031EB33-FCD5-6A5F-18D7-1290EC1A97E2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1259C9C2-C998-4F04-5DAB-7BF1F9837A1E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B5E681F-5B66-8FF9-E8A9-C130C098C146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3AFC01E-6685-C52A-D11C-C73B7EE63DEA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84B164AC-A610-E7B6-59DA-5B8EAC5C1339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BCD95335-870B-3030-89E0-7026D847EB92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4837815F-7BD9-A267-65F7-5C77BAF7EED5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63D60DFC-F59D-D2F5-DB7A-0552318092EF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D2CB43F7-4D37-43F7-0976-7AC0DF6CF704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F18154B0-54A3-AE80-113D-6F877719166A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3D38588F-4371-E571-7B68-97DF03C771B6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E94572-C471-1BDC-65EA-7C95DE6465AF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0D35EC-9BD7-B1C8-C32C-C011C5C38A4F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70AA6-1EA3-81DC-06F6-F3D39197E8EF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E3E9BC-7B47-D0FF-A774-2DA3BFDCCA3A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60C4B5-85D9-C202-5FBA-A3E19C5DF3B3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B3BAC5-BB9C-9F79-78C8-AE9946E40666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03F252-C159-D8D7-6039-B544EE1FCF12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351B5D-1297-1959-54A6-CA813D208597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53C52-22EC-BB31-2A80-6359C25D3F85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7D9FCD-B321-2667-0A72-21A2B17FA8FD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0E25F8-B025-BCFE-8C85-97D3E96A435C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B64E22-AA9E-70AB-9DB6-4430CEEF7560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3A22D0-289E-5FE5-08FE-4602A728AB5C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7D2872-3816-6C2E-E5EF-1406F220A24B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837965-25BF-C705-2FB3-77A0DB2BED5E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F5FF6B-9ED8-CE18-6CA4-8DC2D1F36E4B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84D1D1-7A0E-634F-3B5D-B8B58E5ACE49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3D11B8-E740-330A-F38E-EC7839C78AB2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308BC6-92DB-8506-7AFE-9D8CB084F51F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39FAB0E-29B3-881C-82CD-60658223F421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E61C5FE-5F0B-FBBA-6D36-9C384EEB3689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3560072-7D53-4849-FD33-B4E180794E82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978E19FE-93C7-7015-92AB-C6B6A6CD7B86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FCBCC823-A5F6-AD83-367C-1A4A024CEB04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C4C9D3F8-EE1E-88A6-6D40-7A2905B83F01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E43DF557-D8FE-B579-2A24-47EA6C9D3074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23E5FBDF-97F0-253A-9CBE-F91A0E8718FC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93E9FAF6-6962-9D1C-D3F3-EE577859D4EF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A7ACC6D9-5152-A8B6-D7EB-5FFC205B679B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AF8DF769-C2E7-11D0-9080-C4117E033C75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EA561036-C27B-3D66-FFFA-BAC9360C1DFD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B68AD89F-5BC9-7FBD-5645-B713C2AAFB7B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FDC95E8E-5F95-46DF-631F-633DDA58800F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5C3FB336-1813-3DB4-C5BF-6AF55CF22198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55FFA8E6-2B46-B7CD-A0F2-547C58B8D3E2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05A801D9-5984-9910-6996-645666332447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64DC715D-E78F-5096-B98A-74842B078B5A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32CD55CC-6D04-A889-2AFD-0BAF4B6A353E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5EE51043-61EA-4FF0-85F2-B82E94914AB0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5C43ADBE-11AC-FAF4-4D82-F4F9EF483BC0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1D42D2C8-DB36-E1FE-764A-F38E935829EE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F519EA99-0546-F539-323F-A9FE02F77B7C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0421B97E-6A34-E79D-4259-BE38866FF4C6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3C2CFDDA-4891-AA9D-7336-0611E1A0CD0A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46556887-0FB5-E2C6-E867-0B64A5223666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58FC24B1-9F3E-76A6-C6E3-3A73F27BF73E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4A41FCAD-F995-79D4-F6E7-FE06E892776D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D563FB31-6B92-8354-048B-097E684F1A9D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E004B7A2-42D9-164E-AD20-B811B781CC13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A0DC0BFF-CDCD-7AE3-46A7-E8F8B6BBF885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2554F989-F38C-7967-4D45-7256160A4095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715F10E2-966D-AA84-A7B4-799BD2C83414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9894D887-2AC2-36D0-3D5D-30761590A5E7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Rectangle 1021">
            <a:extLst>
              <a:ext uri="{FF2B5EF4-FFF2-40B4-BE49-F238E27FC236}">
                <a16:creationId xmlns:a16="http://schemas.microsoft.com/office/drawing/2014/main" id="{FF470F7B-DD27-0520-281A-1460EBA37442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13829B24-90E0-FD7F-9338-7AF0A76FD4F8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4FE519E-F3D8-CB0A-77F3-B5F448EB1D11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CE2E4FC2-072F-688A-2939-A8FCC162E8E2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826A4F3D-8189-18FA-BAED-5050B6F0352A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B5D62738-3F3A-EC49-26A1-3F7355CD7D1F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D17F7EC-789E-AE30-C684-0F7E8BE63427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58743457-167E-D2C4-FBD2-BB8B88CF449B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BF1524E8-B4D7-4341-9EB6-BFCD950D2336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86A7329A-A41E-83E9-05AD-F92C4CB4C3CB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5040A602-B187-74FD-E5F1-2F48DE4BC7E9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872339D4-5688-21D9-48A2-CBA967E3590B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1CA00F4-9430-B4D2-454E-AD40FAA6F215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CA34475D-E77E-EB7B-80A4-A7D8E435B9A0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4781B7B5-057D-0393-5924-D9E423521908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BD41FD39-1AA3-3447-38C2-3FECF6445AFF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425A5D88-625A-02A3-A639-75F402791025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BBCBCA19-D460-0172-EAE4-E0DEE3C037B2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07591FA-A342-4F99-8E3F-987F3D4EDDC7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1B807396-1D58-13C3-6BDF-0CBA54FBE1EE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3AC61170-30A5-54B7-85D1-930CD7AB0AB1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A9D63693-F254-E40B-BE10-D7E1D6AA0318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A709EFC8-2656-467D-6964-7269F28274EC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19F649AB-4724-667F-515C-BFE5CEC997BA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5D039508-32E2-DA8B-496B-C42A812C6168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37F1D5E6-0D41-6696-AD73-D48163EEF0E1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5ABC871-AEFF-6F51-324E-0688C1AD1931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A37B35D5-5D5B-EA56-155D-AA46FA78CAB6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9E594C24-D921-3320-6A5B-F3585E9B50DA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FD89D433-22B8-1C06-05B7-BCD6CDC583BD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3A8169DD-CF4C-1555-B390-21769D7420E5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2637AF5-6F02-9EBA-2407-B340430CE240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96793E7E-087B-DE78-E54E-E2F747F47119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5B5269F9-2959-59FC-500A-8583C8565F0C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D2B64A6-E916-4C62-9EC5-9A645B0234DE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30518E0C-A232-ED7E-2422-738BD5604D8E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1D0BF9C5-6BC9-1005-41B0-B7DBAA9498A3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F4EA6EB4-4A7B-DA14-61AE-41E28AB163A6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5ED16C5B-0542-D5A3-1924-18B4425C8564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1863FA43-E1B8-195E-490F-75B73B353C29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3E990050-B230-4977-901C-3318BD4F1852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25B0C440-0D48-927F-A4DB-5543B5F50808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941DA67C-815A-FA22-037A-3F52FD68B101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ED16AA82-2C90-9F66-9F18-E69F54DF9BB5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BBEE4AC1-1A40-32BC-C3B6-4A5593A15FEA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91B74242-21DC-C1AC-3A26-FE16DFE884E3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EADEA846-A62C-0DCC-51E5-E1C4C207D47A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E523F05C-FE4B-FED0-0127-681764DE5D05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9298844B-F999-B35F-CC2F-8D3CF59607D0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8D59838E-A615-6A8D-C575-76692B4A9928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CF9061F8-F527-60BC-8F9D-84F5CA7B8DD7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DD3ECF39-7516-F566-2A60-D64869940FD3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6017BF3A-63B6-5D54-373F-344335A207EA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EF294E90-F174-B157-BCC7-C914ADBA9730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94BDEEBF-CFD0-86DC-96B6-3A7E1EDA05EC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E8C858FF-97F2-1B5A-B766-F42F96DC87F0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DB07190D-2E91-D721-07FB-AEE1DD1A84A0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C0B5F411-2FA5-0EFF-5661-9191DC3D5183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507A3B88-0C92-9256-817F-2B65F7121472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9B8F7516-F7D1-4DD0-229E-E09FAB7B302E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6188DCF9-578C-6071-B81A-951B9A95F631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CEF747D8-0714-B658-E100-DC9992579055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FE4B570F-EE61-07D5-96CF-5CA83A4CCC74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273F3923-F709-66CD-8E4A-BE3631C27864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39947B87-B08C-EC4C-F551-C78A2EBA6C27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181163D4-3232-67D8-9C63-CC30C172E15B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3D3BF8C2-F699-3AD6-FFE5-871F48B7A5E2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59684ADE-896A-4243-B76F-4F694BEBBCBA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E26290AB-FB2E-79B3-8629-C8A287EF165D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BC950FD2-E336-A5BD-0E07-01CA4F26F0A6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AE665BC5-1488-BDC8-8BD6-C24F7873FBA8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3E631A0A-D68C-8C4E-D252-E06155E820C0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9D46ADB8-516A-1BEF-780B-F90E324EBFBA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F149E15E-B089-E4DD-F47F-EF0E9CFCB79E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Rectangle 1143">
            <a:extLst>
              <a:ext uri="{FF2B5EF4-FFF2-40B4-BE49-F238E27FC236}">
                <a16:creationId xmlns:a16="http://schemas.microsoft.com/office/drawing/2014/main" id="{635926C9-785C-2EAD-7B2A-4C0127E962CA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7A0E28D9-3535-3ABC-8ABB-D22B295AA5CA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50B97D37-3665-C8A8-2494-6375C6CE03D8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AA09A501-66ED-41CE-5E45-EB34C7020175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EE19F9D4-1B8B-5A61-26D0-B5C5D16BA0F0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EDED0379-7E2B-A934-E37E-A2DC2D147A20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0988D6A4-4578-2137-6AA1-9DF2EBDF646E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66932D70-F6B7-E265-B0F2-9280682DEE68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774AF67B-8A9A-0AA7-672C-632737AB7805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16A8ABDA-1AF8-DC2F-397F-1180B7039725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Rectangle 735">
            <a:extLst>
              <a:ext uri="{FF2B5EF4-FFF2-40B4-BE49-F238E27FC236}">
                <a16:creationId xmlns:a16="http://schemas.microsoft.com/office/drawing/2014/main" id="{25ECEE2B-FE07-227D-D5EE-82F67E864F3B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DE3342B8-A905-702C-B0B1-73CC2E199A73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EE349180-5C23-3BBF-3B7E-2DFF354853F2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2D62D619-3C7B-EE0B-6B51-57F8BF63B728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6F9D3FEF-5177-F979-7D32-EA00D5F70FDD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782755A5-1660-5C77-45D5-13A6B9CF6F99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6FA2E4D8-2BD3-2415-7758-7A029F843E1D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EC328194-D32B-28B8-AC95-1BA4AB4A4A6B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D30F7032-BB22-A34C-D19E-00720CECCB64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DBE9218C-0F70-5047-4FE7-ED7303512894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Rectangle 1159">
            <a:extLst>
              <a:ext uri="{FF2B5EF4-FFF2-40B4-BE49-F238E27FC236}">
                <a16:creationId xmlns:a16="http://schemas.microsoft.com/office/drawing/2014/main" id="{BC507FD5-84B3-0A68-7D89-3E4BD4852B23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Rectangle 1163">
            <a:extLst>
              <a:ext uri="{FF2B5EF4-FFF2-40B4-BE49-F238E27FC236}">
                <a16:creationId xmlns:a16="http://schemas.microsoft.com/office/drawing/2014/main" id="{60CF9DC1-98D6-22E1-E3CA-D9D3ACBD43C9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Rectangle 1167">
            <a:extLst>
              <a:ext uri="{FF2B5EF4-FFF2-40B4-BE49-F238E27FC236}">
                <a16:creationId xmlns:a16="http://schemas.microsoft.com/office/drawing/2014/main" id="{48C3ED96-52E0-E51D-50C8-34F522A5612C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1B692668-7CB9-9C08-E491-EF5ADA2C7E9F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69E7D574-D462-2778-AC66-46D86332C10F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Rectangle 1179">
            <a:extLst>
              <a:ext uri="{FF2B5EF4-FFF2-40B4-BE49-F238E27FC236}">
                <a16:creationId xmlns:a16="http://schemas.microsoft.com/office/drawing/2014/main" id="{A888B719-BBB0-DAB6-9BA1-36CB8CCEAEFD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79A7FA9A-AC44-A21C-E82D-00005AAADCB4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A58ED1C2-111F-2445-0060-91BAEF17906C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F4A47F5E-0836-F1E2-9850-F368F897CBED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1238284F-6565-5AC9-654A-D025F9FD9D9E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477D923C-4ECA-9F31-F00A-A3CDEDF2DB91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Rectangle 1202">
            <a:extLst>
              <a:ext uri="{FF2B5EF4-FFF2-40B4-BE49-F238E27FC236}">
                <a16:creationId xmlns:a16="http://schemas.microsoft.com/office/drawing/2014/main" id="{0EB0AC10-42D7-072C-5145-7A721B742B14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111427BF-C826-75D0-17D9-42ECCBBEB4C0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Rectangle 1209">
            <a:extLst>
              <a:ext uri="{FF2B5EF4-FFF2-40B4-BE49-F238E27FC236}">
                <a16:creationId xmlns:a16="http://schemas.microsoft.com/office/drawing/2014/main" id="{9278C43B-42A5-38B8-99F3-F617AC32D471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C4EE8BEE-F505-BA70-081B-724629430792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203ED9E8-A04F-F3FB-CF5B-7C7CA1D4CBA8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77CF5D79-5EA1-314F-0C04-F71C1EE13B6C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184BB61F-159B-ED5C-98AE-4B7EC9624F49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7D5BFD82-535A-1599-7166-C17AFDD6728A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87C564E2-CD14-720F-4E0C-6B22D39BCE9A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D598C86D-CACC-25CE-20D7-4A56CD4C0A4F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005C76B9-3EC8-7588-86A9-392A940BFF0D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2EEE9BD4-AF1C-F541-5DCF-6F9272910617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AB1998EF-CA5C-6FD3-4D7F-B2F0AD782AB9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6F353FA6-0281-412A-23FF-9D76A95CAABC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CF5D9B83-9CA1-7BDE-51FF-16FDE5EDE388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6EA365A0-0BB6-BAB2-70F7-152573125135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89FBFB84-42BA-3180-E0DE-D1942DC172BE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7D2D254-793A-0E57-D66F-19B015426427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78345E21-3A4F-03CB-4D88-A959544FC0A7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B06EA6A2-875E-19C7-F7F7-C87D031DC50D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38CD1878-B9CE-91C4-1C79-3FC46F05AFB2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ctangle 1218">
            <a:extLst>
              <a:ext uri="{FF2B5EF4-FFF2-40B4-BE49-F238E27FC236}">
                <a16:creationId xmlns:a16="http://schemas.microsoft.com/office/drawing/2014/main" id="{3A56C558-F941-7DFA-222F-0A9DBE123BAD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5E12F79B-67AE-3EF9-E82E-5F7A6EBAA81D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Rectangle 1223">
            <a:extLst>
              <a:ext uri="{FF2B5EF4-FFF2-40B4-BE49-F238E27FC236}">
                <a16:creationId xmlns:a16="http://schemas.microsoft.com/office/drawing/2014/main" id="{7F7C9B7E-2D96-1C47-7E77-2BF789D557A5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Rectangle 1225">
            <a:extLst>
              <a:ext uri="{FF2B5EF4-FFF2-40B4-BE49-F238E27FC236}">
                <a16:creationId xmlns:a16="http://schemas.microsoft.com/office/drawing/2014/main" id="{699DD85B-438C-8086-FF11-844FF004CABE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Rectangle 1227">
            <a:extLst>
              <a:ext uri="{FF2B5EF4-FFF2-40B4-BE49-F238E27FC236}">
                <a16:creationId xmlns:a16="http://schemas.microsoft.com/office/drawing/2014/main" id="{CE1B3D24-BF84-71AB-1982-9697C6AD7FC0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665FD464-1FF2-039E-A9E5-3FCF2FDB07F9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Rectangle 1231">
            <a:extLst>
              <a:ext uri="{FF2B5EF4-FFF2-40B4-BE49-F238E27FC236}">
                <a16:creationId xmlns:a16="http://schemas.microsoft.com/office/drawing/2014/main" id="{9A9247DB-9637-4932-F843-8468C4574936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Rectangle 1233">
            <a:extLst>
              <a:ext uri="{FF2B5EF4-FFF2-40B4-BE49-F238E27FC236}">
                <a16:creationId xmlns:a16="http://schemas.microsoft.com/office/drawing/2014/main" id="{93AEB850-509E-04C3-0FB6-6F2069215409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Rectangle 1235">
            <a:extLst>
              <a:ext uri="{FF2B5EF4-FFF2-40B4-BE49-F238E27FC236}">
                <a16:creationId xmlns:a16="http://schemas.microsoft.com/office/drawing/2014/main" id="{9691FF41-73C8-AE10-3625-A284D75DCDFD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Rectangle 1237">
            <a:extLst>
              <a:ext uri="{FF2B5EF4-FFF2-40B4-BE49-F238E27FC236}">
                <a16:creationId xmlns:a16="http://schemas.microsoft.com/office/drawing/2014/main" id="{D328ABFC-6D23-5238-3F80-5DA02C41AA24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C463B554-1494-90D3-74EF-2B3B29010C07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68B97BFD-E3F4-6881-26B0-41DE681485A0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AF48A649-831C-8B48-0936-36D45059C35A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Rectangle 1245">
            <a:extLst>
              <a:ext uri="{FF2B5EF4-FFF2-40B4-BE49-F238E27FC236}">
                <a16:creationId xmlns:a16="http://schemas.microsoft.com/office/drawing/2014/main" id="{068D8301-86A8-269A-D343-8ACA972E5E4D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Rectangle 1247">
            <a:extLst>
              <a:ext uri="{FF2B5EF4-FFF2-40B4-BE49-F238E27FC236}">
                <a16:creationId xmlns:a16="http://schemas.microsoft.com/office/drawing/2014/main" id="{AD19E40A-91A3-DFFE-860B-C2DB0AAD46AA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Rectangle 1249">
            <a:extLst>
              <a:ext uri="{FF2B5EF4-FFF2-40B4-BE49-F238E27FC236}">
                <a16:creationId xmlns:a16="http://schemas.microsoft.com/office/drawing/2014/main" id="{13E701E1-E031-0C85-642D-0F8B6141CBA5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D718C6F1-8F3D-53D3-1DA6-286A3327F14A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EA528729-29F2-76CB-36AC-303D5FC22AAF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ctangle 1255">
            <a:extLst>
              <a:ext uri="{FF2B5EF4-FFF2-40B4-BE49-F238E27FC236}">
                <a16:creationId xmlns:a16="http://schemas.microsoft.com/office/drawing/2014/main" id="{C3E23F57-5F1F-0480-D32C-8553238934B3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3B764D16-3961-F5AF-E13B-4BE8FB9805F2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FEBC27A5-0DDC-F751-D04D-24424AC103E1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FBB6A982-B9DA-0AD4-2C73-098008A7C653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07380AA8-DE28-942A-D248-1A18ABC46294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ctangle 1265">
            <a:extLst>
              <a:ext uri="{FF2B5EF4-FFF2-40B4-BE49-F238E27FC236}">
                <a16:creationId xmlns:a16="http://schemas.microsoft.com/office/drawing/2014/main" id="{3F3F12BD-F347-C8CD-B6FE-83B94076DF23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ctangle 1267">
            <a:extLst>
              <a:ext uri="{FF2B5EF4-FFF2-40B4-BE49-F238E27FC236}">
                <a16:creationId xmlns:a16="http://schemas.microsoft.com/office/drawing/2014/main" id="{DB1973E4-B56B-10BD-4C30-C2344F5EE8EE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21CEE965-6CFC-A40D-9A10-1CDB7D6AB7BA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94335B79-E745-9F6E-78FB-49D51DF921D2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005EBF46-FC0F-E3F9-C059-6FEFC309E0D5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ctangle 1275">
            <a:extLst>
              <a:ext uri="{FF2B5EF4-FFF2-40B4-BE49-F238E27FC236}">
                <a16:creationId xmlns:a16="http://schemas.microsoft.com/office/drawing/2014/main" id="{5271EDFC-F6DC-B6A7-8743-EB394BFAE401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1622C6D8-9D10-6A17-4865-A1E144330A49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7D94938E-58B7-A4E2-77D4-178689682E30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458EF876-2971-CCD4-E2E5-737B46D2CA58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CE0D2941-B2F1-D5BE-D341-6F0510A25BF9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68BA2F91-07BA-451F-0A98-9BF057746AD9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C0196F4F-2BAC-FA2F-2391-2327994F7EFD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DF864C8A-1A26-2011-77AE-016EC2241FEA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ADF08850-5479-D275-EF7E-4DC51F0FD146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01EBCFEA-6CFB-D4C5-5D09-80A4E136D347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8C9109C8-ADBB-C877-82B6-CBD2EA0B6230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EBD58868-D6B9-EE94-7ADC-EE0AB3C07A92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56003DF2-0C05-1CDE-CDDB-C01DA6CB3CFE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E4461583-ABF3-1B28-71C2-7EAA20D101AB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9FE36156-09B3-F64D-3341-57D2BC15B6F9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00AEBB76-FF87-C4FD-F6EA-67FFC5AD1BDD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01027B0B-5D7E-AFE6-F1F2-0FE6EEDCCB74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3316F7B1-505B-D963-463F-573ACBBCE631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CBFD2897-0989-98E6-2F22-26FBE2CD53F2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C48791D7-B112-FCFD-DD2C-4A77FC319170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AAFFCD3B-5976-DCE0-FDD5-25E52B71FF6A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Rectangle 1285">
            <a:extLst>
              <a:ext uri="{FF2B5EF4-FFF2-40B4-BE49-F238E27FC236}">
                <a16:creationId xmlns:a16="http://schemas.microsoft.com/office/drawing/2014/main" id="{974407D7-167C-AC16-DD2F-3DD843A3F2C4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Rectangle 1287">
            <a:extLst>
              <a:ext uri="{FF2B5EF4-FFF2-40B4-BE49-F238E27FC236}">
                <a16:creationId xmlns:a16="http://schemas.microsoft.com/office/drawing/2014/main" id="{B0AB3D6E-F883-3DA1-DE87-C01C8F38252A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Rectangle 1289">
            <a:extLst>
              <a:ext uri="{FF2B5EF4-FFF2-40B4-BE49-F238E27FC236}">
                <a16:creationId xmlns:a16="http://schemas.microsoft.com/office/drawing/2014/main" id="{3B609043-29CA-9B55-77AE-AB9B2328B29C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Rectangle 1291">
            <a:extLst>
              <a:ext uri="{FF2B5EF4-FFF2-40B4-BE49-F238E27FC236}">
                <a16:creationId xmlns:a16="http://schemas.microsoft.com/office/drawing/2014/main" id="{405A1A40-70D8-AD49-AAFB-38EEAD8A0209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Rectangle 1293">
            <a:extLst>
              <a:ext uri="{FF2B5EF4-FFF2-40B4-BE49-F238E27FC236}">
                <a16:creationId xmlns:a16="http://schemas.microsoft.com/office/drawing/2014/main" id="{032870BA-D2FB-2CD5-E986-F0D205ABA09A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Rectangle 1295">
            <a:extLst>
              <a:ext uri="{FF2B5EF4-FFF2-40B4-BE49-F238E27FC236}">
                <a16:creationId xmlns:a16="http://schemas.microsoft.com/office/drawing/2014/main" id="{E9D28C82-2B4C-3912-B114-AD91E7331BD2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Rectangle 1297">
            <a:extLst>
              <a:ext uri="{FF2B5EF4-FFF2-40B4-BE49-F238E27FC236}">
                <a16:creationId xmlns:a16="http://schemas.microsoft.com/office/drawing/2014/main" id="{DACE2D04-A1E8-C482-CB4D-F028334A8171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Rectangle 1299">
            <a:extLst>
              <a:ext uri="{FF2B5EF4-FFF2-40B4-BE49-F238E27FC236}">
                <a16:creationId xmlns:a16="http://schemas.microsoft.com/office/drawing/2014/main" id="{8681ECA9-987A-B832-4D5D-DD26210BB387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Rectangle 1301">
            <a:extLst>
              <a:ext uri="{FF2B5EF4-FFF2-40B4-BE49-F238E27FC236}">
                <a16:creationId xmlns:a16="http://schemas.microsoft.com/office/drawing/2014/main" id="{9FB42130-1302-F91A-A02F-18A37EDB0435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835C6F40-1341-1618-D981-EE68489EDF51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3E04BE62-4E8B-7278-49BB-6C77BACA514D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8" name="Rectangle 1307">
            <a:extLst>
              <a:ext uri="{FF2B5EF4-FFF2-40B4-BE49-F238E27FC236}">
                <a16:creationId xmlns:a16="http://schemas.microsoft.com/office/drawing/2014/main" id="{102037C7-AED2-CFFF-8281-61E0E0944DD4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0" name="Rectangle 1309">
            <a:extLst>
              <a:ext uri="{FF2B5EF4-FFF2-40B4-BE49-F238E27FC236}">
                <a16:creationId xmlns:a16="http://schemas.microsoft.com/office/drawing/2014/main" id="{8BC42D08-878A-8209-C291-9B447ABF5FE1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055A76BC-C159-9F84-25C3-49938581B055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2A2FFD73-8288-05C6-A40F-BD79EE4CE236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6" name="Rectangle 1315">
            <a:extLst>
              <a:ext uri="{FF2B5EF4-FFF2-40B4-BE49-F238E27FC236}">
                <a16:creationId xmlns:a16="http://schemas.microsoft.com/office/drawing/2014/main" id="{A837430E-F6E7-D910-3143-46F88E391DD1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8" name="Rectangle 1317">
            <a:extLst>
              <a:ext uri="{FF2B5EF4-FFF2-40B4-BE49-F238E27FC236}">
                <a16:creationId xmlns:a16="http://schemas.microsoft.com/office/drawing/2014/main" id="{657EC603-9EE0-A5F5-65EB-5708F9D7DF58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C2EB9EC3-4089-4A4A-DEB9-758B8370639D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2" name="Rectangle 1321">
            <a:extLst>
              <a:ext uri="{FF2B5EF4-FFF2-40B4-BE49-F238E27FC236}">
                <a16:creationId xmlns:a16="http://schemas.microsoft.com/office/drawing/2014/main" id="{2E6C28C8-A8EA-E736-68AC-9658CE8D60F4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DB44B7AA-EDA5-4CC3-362A-4E741152616C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6" name="Rectangle 1325">
            <a:extLst>
              <a:ext uri="{FF2B5EF4-FFF2-40B4-BE49-F238E27FC236}">
                <a16:creationId xmlns:a16="http://schemas.microsoft.com/office/drawing/2014/main" id="{DCB275FA-90DB-9A25-95A3-D1303853A085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8" name="Rectangle 1327">
            <a:extLst>
              <a:ext uri="{FF2B5EF4-FFF2-40B4-BE49-F238E27FC236}">
                <a16:creationId xmlns:a16="http://schemas.microsoft.com/office/drawing/2014/main" id="{3F1BDC7C-AEB9-035C-EF77-5649F411A90D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0" name="Rectangle 1329">
            <a:extLst>
              <a:ext uri="{FF2B5EF4-FFF2-40B4-BE49-F238E27FC236}">
                <a16:creationId xmlns:a16="http://schemas.microsoft.com/office/drawing/2014/main" id="{B7CA5AC4-EC59-1FD3-58C8-65FA63A13DF0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7A36633C-03E0-D3DD-F85E-8432B15E57EF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F5DF2-0308-73DC-C01D-FCACAB75FCE2}"/>
              </a:ext>
            </a:extLst>
          </p:cNvPr>
          <p:cNvSpPr/>
          <p:nvPr/>
        </p:nvSpPr>
        <p:spPr>
          <a:xfrm>
            <a:off x="5660135" y="4371326"/>
            <a:ext cx="3158081" cy="781202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6" name="Rectangle 1335">
            <a:extLst>
              <a:ext uri="{FF2B5EF4-FFF2-40B4-BE49-F238E27FC236}">
                <a16:creationId xmlns:a16="http://schemas.microsoft.com/office/drawing/2014/main" id="{76D4E1A9-2258-AAB4-2118-F74A13FC4E47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BF9175B6-C0FC-42A9-61E1-2B9DD3C1DCF0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3C5634AA-9BDF-ECEF-6DDC-330BBD27B297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8D13C8EC-77D0-9E40-00BF-E9DFC3D493A9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6077C632-0BCA-6BB8-8843-39DC6133C9DC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414AF725-D2AD-39B4-5FBE-1A5A48FAD80F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3B2C6BFA-5387-8C91-BB47-BA160EFE92BC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27DFFE91-A13F-2405-63DE-FF767F882502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67EDC099-3645-A2C2-D3F2-DA71D6E941FB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1D12F461-A227-815C-906C-BCA44BBD5CBC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1358" name="TextBox 1357">
            <a:extLst>
              <a:ext uri="{FF2B5EF4-FFF2-40B4-BE49-F238E27FC236}">
                <a16:creationId xmlns:a16="http://schemas.microsoft.com/office/drawing/2014/main" id="{3E69FBF6-50D3-53E7-6019-83AA22E10D9C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A826D-1D47-0DD6-8238-EB93F82B6798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9AE55-AC88-F536-16A4-BAD47B908624}"/>
              </a:ext>
            </a:extLst>
          </p:cNvPr>
          <p:cNvSpPr txBox="1"/>
          <p:nvPr/>
        </p:nvSpPr>
        <p:spPr>
          <a:xfrm>
            <a:off x="176083" y="1644868"/>
            <a:ext cx="4083415" cy="2400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dimensionality (3D </a:t>
            </a:r>
            <a:b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4D tori)</a:t>
            </a:r>
          </a:p>
          <a:p>
            <a:pPr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networks/dimension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High bandwidth</a:t>
            </a:r>
          </a:p>
          <a:p>
            <a:pPr>
              <a:spcAft>
                <a:spcPts val="900"/>
              </a:spcAft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High per-step or per-hop latency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609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AFFC-CF8F-F8F8-428A-B19F472D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C2D2A8-EBD1-13E3-ED4F-A81DF5D261B7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B65CD4D-33A7-FCBA-3ADB-3571F664A65A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B59E22A2-264F-11FC-2B0E-23CFE634BB86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FB3A8EBB-2723-3C0B-970F-397FBFE7393B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25BA68E6-2355-A0D4-9EE3-E0C905CFE450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13368BC-CF98-94BD-CE3E-7C6B9E8E6640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74686A58-EAAA-1EAF-8C20-C177837CE32B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1C51D214-F716-B26D-7F4D-424C8C26E0E6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90A51474-78DB-41E8-7169-8809A46D5DA6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E6A2179A-9445-FF18-56BF-0CC0A311C1A9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BFC6E28C-E5CE-F1E0-6434-1EB7911121CE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BBE4ECE5-86F8-FAE7-47C5-A86A8775F39E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B0768AE2-37F0-046C-B025-7DFE5E72E282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318DF206-1DF4-566E-CFF3-1A11FA23C3C1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1D185D35-6E8D-0F4E-5CF4-5D5A1DAE8A26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6BF9EB31-236C-A663-6C23-6F982C15B80E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2008114B-64AF-1437-1648-4F6E2792D7F3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C3723C0-A5A9-BF1F-8FF3-26E37DBCC1E6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E452DD0F-2B66-0444-F488-75774F655667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5CE2CAE6-FD08-7C9F-1B9E-5E4A955CF495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0564E3BA-2E33-25FA-E386-40EDAD2C2D90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28D19BC2-8594-F4D4-8B81-C6683C60E78D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BA0E10E5-1B52-0402-FDA9-1941FD6316A8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44FFD31D-9E69-3F6D-E4D7-729C5418A8FE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F750B7BA-AA62-AB80-D1F1-151BEEA58CAC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BB469B61-3D2B-AD70-5E9D-72E088AE15BD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505DDAC4-7B17-F3D8-0B0F-6337CDB1E69E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48C7763A-5383-86E7-1298-733137FB3729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71FBA3C1-3A71-5BCF-D191-5FC7B9B94455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9CC62A5E-B31A-4BAC-48DD-2C293286B7AF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379D6174-C912-D92A-ED7E-83CEC523160C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9B4B8D38-07E2-628B-7F34-1BE8D41142E0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690203AC-AA61-6BCF-E6B0-FAADB02CF670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DA2BCB82-CB70-1A15-CDF8-DC97974C741B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044F3890-BFBE-1013-85D3-DD42A66E0443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950FB5C4-6557-131E-E5F9-D6E78F8507D9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EE3851EA-2604-B201-A7DD-DE3FE96B7D6B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D088DEA2-004D-59BD-AD44-4AF0B8C8B489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3670BFFE-3334-A9F0-0823-0954825073E4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FCB4074A-2926-D072-58A8-FD182C2CF212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F11CB349-AD53-834B-06AF-DA8923C35662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8C11696F-C6BF-750D-8B08-418FB865BF79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8289E9E0-A7E9-8C56-9F25-8C3125B02D07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D5B16A54-E384-7FCA-5971-A0F26289F5A3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7F4115F3-0043-0771-3286-B67EA969E226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02C9AC29-EFC8-AEBF-9146-5E9F83E70042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1774BAFC-5751-D017-1C6B-DCA4F850CAFE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Rectangle 712">
            <a:extLst>
              <a:ext uri="{FF2B5EF4-FFF2-40B4-BE49-F238E27FC236}">
                <a16:creationId xmlns:a16="http://schemas.microsoft.com/office/drawing/2014/main" id="{EE64AC3E-5A9C-7C86-3332-69901691F4EE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B77CE6BF-C426-E4D5-DEA5-E329EF5C56A5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9B08387-8DCD-3BAA-4CC0-AE256FC246DD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CB24A8F1-A6A2-5E4F-293B-8DB03A49C22A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7EB77BA0-D490-5226-E257-0330FB77FC3C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A48A5758-0CBC-05BE-A972-6D40400A7142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3C548751-61B3-82D7-F7CE-AEFFE619061B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31F225DC-865E-043D-0388-EDB975E03D60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75F785FD-D768-1F25-AF91-DEC7CEDC407E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Rectangle 730">
            <a:extLst>
              <a:ext uri="{FF2B5EF4-FFF2-40B4-BE49-F238E27FC236}">
                <a16:creationId xmlns:a16="http://schemas.microsoft.com/office/drawing/2014/main" id="{D292E78F-1F2B-0659-554F-70403125DAE0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Rectangle 732">
            <a:extLst>
              <a:ext uri="{FF2B5EF4-FFF2-40B4-BE49-F238E27FC236}">
                <a16:creationId xmlns:a16="http://schemas.microsoft.com/office/drawing/2014/main" id="{DE309E65-6BFE-FCE6-900D-63B992AAB9E5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5" name="Rectangle 734">
            <a:extLst>
              <a:ext uri="{FF2B5EF4-FFF2-40B4-BE49-F238E27FC236}">
                <a16:creationId xmlns:a16="http://schemas.microsoft.com/office/drawing/2014/main" id="{F19A7F72-3FC2-6C25-2943-5090BABF8E52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Rectangle 736">
            <a:extLst>
              <a:ext uri="{FF2B5EF4-FFF2-40B4-BE49-F238E27FC236}">
                <a16:creationId xmlns:a16="http://schemas.microsoft.com/office/drawing/2014/main" id="{7091A7A8-3378-B914-1D5F-CDAF20FE84F2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F6B25DDA-6C74-BDFC-C9BB-C106DCE3F7AA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Rectangle 740">
            <a:extLst>
              <a:ext uri="{FF2B5EF4-FFF2-40B4-BE49-F238E27FC236}">
                <a16:creationId xmlns:a16="http://schemas.microsoft.com/office/drawing/2014/main" id="{5D32653F-17E9-EA40-D3EC-A6AAA59E4077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Rectangle 742">
            <a:extLst>
              <a:ext uri="{FF2B5EF4-FFF2-40B4-BE49-F238E27FC236}">
                <a16:creationId xmlns:a16="http://schemas.microsoft.com/office/drawing/2014/main" id="{73A31C74-9C82-B799-9CE9-9BD9F3F5BF24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EF72D4BF-13B0-8306-F1CD-F5A9CC5906B6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83178877-5162-8152-7D8F-49DFBBF86AFE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74E3CC6A-7320-70AB-8A67-BE6122CF8853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19BDE80C-AC20-F0E5-8B91-F2C998C36E79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8993B59D-14D9-2B3D-4447-D71626BEF77E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6F622457-534B-DEEF-8F8D-F9618BD1D64E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EB09A6D2-1D54-935A-C251-AEA6D1B5C0CC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182E29DF-3FDB-E49D-8A95-EC1414D3C030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FCB7EFF-FB0F-7169-CAE0-D210D90A8F3F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80EF7A70-F9F6-EEE6-C546-07A67560D77C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948114C5-062B-9B4A-40CD-88C587D2C387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6490A488-8160-A1C8-2AED-8F8F7D37886A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448E7CA7-F9AB-B0ED-91F5-92272E388DEC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1B8A94D6-9E53-502F-20DB-C8EF82C3FD73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F1C9B1D0-FB7B-9C09-6C0E-057535FE2684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9FD53585-C4F6-0FD5-B747-04C1339383E7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AABE0329-CB47-BF4A-948A-7EDEE54C8D94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13C74FF8-0296-8546-C597-64FBE2850F03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F6B532FC-EBC4-7AFA-05B4-2B549AFC824A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FD33F828-E893-B57E-40E9-E3463E4B54B4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458893BB-84A0-ACD9-132B-F2EC346DE3A9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Rectangle 788">
            <a:extLst>
              <a:ext uri="{FF2B5EF4-FFF2-40B4-BE49-F238E27FC236}">
                <a16:creationId xmlns:a16="http://schemas.microsoft.com/office/drawing/2014/main" id="{D02D581E-7C05-1319-0BA4-2A424A4C35A5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C33966C2-7090-E4BD-EA24-C4CA32C437E3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B27C0F9E-B002-5DD6-C593-1B1993CE8A0E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736D9E2F-C39D-54CE-C042-C7A9DE049FFB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E9FA3988-2340-FC11-DB85-7AF56F04C717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28BD443F-C8C4-A35F-741E-F948283AC321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C2E94A8B-24E8-F82E-D53F-D338DF8E3A4B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1E1AA8A2-6C89-1B0E-A467-220CAE52359F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61263C3E-D746-4872-22C8-9CF2A0AFBFBE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5E48302A-EB36-FD6A-DE7E-48C10F0C9CA9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FFC873D0-0A3A-76C4-118A-B48463886A61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B4C508A7-4C79-DACE-3F50-506C4F0DD89D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131DB47C-4CF9-D09D-C70C-E623E057E091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358996D1-8E5A-0471-F4C4-714C0B1A10F6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3542DDF3-8DA8-53BF-7A21-2B418CC96F0D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7FE31E85-F483-DA81-4A53-3D3BF3054EE6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0789CC87-2F94-8E38-527B-247C626B3546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A0DD54F8-860B-DA3E-6AF0-FBEC2B960BFA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81C2840-7E4C-5D1D-C4AF-59ADA5B698B7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0D19BC4C-EF26-4717-C9D9-F6DFB310B437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F5193A17-E595-4357-ABB5-CBC4B04B9264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28E52EF5-98F4-B667-1EB8-F59C897F4E96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825B785D-44BF-C9FC-4015-93E73741504F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3235355D-156C-466B-1345-BD581BB572FA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DE7D895D-C968-F493-AC83-C171F3D30658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F3FCE7FE-8407-35DA-F81F-FF18BE754F31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86797034-D714-3793-1C30-9FBCC8307EB6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F04FEBF6-E5CE-4239-A4CD-A1EFF35D07A7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FCB6A398-248E-6136-8AE7-4439E1BE8E44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B671C228-2451-BE34-1539-EC686A25F212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FDC38038-13C4-4C39-37EB-8CACDC63D08D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7A68780-1496-CBA5-84F1-119A493EAA67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8FEAA596-BC9A-8F13-D84B-89EB115D5613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AAF0770B-4584-97C5-FBF4-2D06BBBD72C8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991E8754-2929-79B8-2729-A13B84E57BCB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5BB9078-98CC-0D4D-A109-22956A7BB496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406353F5-6BB9-11CE-9E89-8DCA3BCA94AA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84388D06-90C0-5D0B-1380-7F3CEF41201B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BFFCA014-291D-CEE4-7903-CEEE8E3D24DC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12D3DD2-82C7-0D4D-9ECB-1D1F8E08CA46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CCABDBF0-E157-0DDD-A3FE-2E30B58E7DCD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1F8416CD-34CF-DAED-B752-6826D8944FBF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153914EA-E1EE-9BCF-8C55-BFB8C8731C6D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3C6D0CF8-569B-22DE-9B45-4BF026F11A81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3C8AC325-8E98-2321-0950-5C8BD55CBCF9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24F614C-3122-ABD8-ADE5-92B25FBA43AB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23FF6950-7AFD-45E4-C1D5-9C4416578627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3529408-B288-8D28-13FE-793786B00D1D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64ED1771-20A0-7681-5F33-4EF3230C95D4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8486F663-5AA5-6AF9-0994-4C1F0DDEFD1C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EA91D3A9-BE92-00AC-1678-83E9F04CD701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" name="Rectangle 890">
            <a:extLst>
              <a:ext uri="{FF2B5EF4-FFF2-40B4-BE49-F238E27FC236}">
                <a16:creationId xmlns:a16="http://schemas.microsoft.com/office/drawing/2014/main" id="{ADF23D5C-328B-FEDB-B965-DC99D685EDDA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1E0E8826-0630-AE97-54CF-DC2A8328B4DD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34172312-F6E7-661E-FA31-7A00E1CA1809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FDBCCA9D-CE7F-63DB-312F-6A8811DD61C0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C4C02F5D-B910-EC8F-34A6-CC748FB8DE51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2888C1FE-8951-6ECB-18C8-700C4A5A45CC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0538BC17-9854-2B4D-9861-68057BAED4A4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213B99CB-1EE3-3646-AD5C-59B99753ED61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7C7ED16A-C658-B42E-76C3-3D561BB104FE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AD2E83D7-9D57-4181-C638-6B501F5386A6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FC53A5DA-9E9F-4E84-56A3-D476BE1F3CF5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Rectangle 912">
            <a:extLst>
              <a:ext uri="{FF2B5EF4-FFF2-40B4-BE49-F238E27FC236}">
                <a16:creationId xmlns:a16="http://schemas.microsoft.com/office/drawing/2014/main" id="{4C177059-8619-B17A-39DE-D502A9B54B04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01BD3946-C321-C040-9B8B-A03E2C892A37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88EAED3E-2A12-2AA8-80CD-B8320F144804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4C35C686-61AE-A9AD-ADA7-EA1841A428C3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5795CF9E-BDB5-F498-6B2B-2C9166DAAD40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7DE3C493-F33D-2ACB-C0B7-7AC4E932A35F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8368AE44-1C23-E94D-ACC7-ADD021CCCF14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C8078E6A-B050-A231-2C4E-B2FC40A2B4F8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C9E61454-3EFC-F611-8AC6-630690DCE1BE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529F6C75-876E-6001-480D-747D71E622DF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C89E4746-EA8F-5039-D766-DAFAFA675388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F9D73396-DDA2-806B-CA69-9BEB8AAD0AAC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055F6A33-EAEE-F100-138B-0A964D5C391E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2DC3B665-8237-2389-DE29-F78A04BCF45D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95B64EAB-D958-5FC7-74EC-4F751CF07A69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74CA97E0-0E61-B831-9238-743EF410C9D6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A95D167B-E0E7-C895-E96C-05CEC47199AF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3296AAFE-960B-9403-CB0E-9A75DA389800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9402053B-7299-DF88-F471-EFD21104F2E7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D702C308-FEFC-8AE7-33A1-BE600FE6EB07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55B06396-18FE-2EA3-BBC0-D88746C737F9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6BED91E8-FF1E-1E94-FE51-383670AEA9D6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754DD598-AC6B-14A7-96DB-F4FBE83401BB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1C0417D0-276D-E2D3-D23D-AF8AAF85D2E3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A931A7CC-B901-0879-3FC5-FDEB154EE156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7A19FA4C-95C7-5BA1-8D03-07BAC829C438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DEE3B0B1-4929-955B-046C-661009DDF7E7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C04223F8-FEC0-9753-D309-B03FC58DF5D9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7657FD99-C222-0EBB-488C-1A317CC69787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25DA3D70-4ABF-826F-9D4A-F82765C8B199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7DD34D94-A9F6-8F81-F1A8-910A22A3AB26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ectangle 974">
            <a:extLst>
              <a:ext uri="{FF2B5EF4-FFF2-40B4-BE49-F238E27FC236}">
                <a16:creationId xmlns:a16="http://schemas.microsoft.com/office/drawing/2014/main" id="{3AFB9A75-F646-5CCD-13AB-C2A4D64AABE1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4E1ED6F-1176-54CB-90F0-36D176C472D2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9" name="Rectangle 978">
            <a:extLst>
              <a:ext uri="{FF2B5EF4-FFF2-40B4-BE49-F238E27FC236}">
                <a16:creationId xmlns:a16="http://schemas.microsoft.com/office/drawing/2014/main" id="{84572C04-851A-15A4-44A2-40D2F0222605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699FD5FB-EFFC-CD68-FD22-6F1E4D34FE2D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BE263821-6732-BC15-5631-D6800969377B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70004E43-191A-ABF7-5085-15CE244D5562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BEB853EE-E10C-EE03-6FD2-99A35EFB581F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0ED23F98-536A-7599-2F91-57F5AA9BE646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FA0C47F-B365-1EE5-CDC2-A816577FC276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B4A807B8-2813-6A45-5C33-5672B0A97748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5220BE18-A01F-E691-42B4-8FD2FF41EC88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88B4C610-0763-6026-F802-66179BDA4944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EC6B747B-6817-DBD0-C5A2-1E780F9F5753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E6F7D7F1-F3E0-8B9B-B02A-346D65F4B643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41583193-A918-FD8F-E7E7-E8D53F93EEEE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0E2F5AEC-435A-36DB-C9E9-65B0ECA4878C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2BEABC60-739C-9071-EF00-430624FEDC12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EDB74D89-7CC6-8D6D-AE08-3362EF3E1AF5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041E3FAD-98BD-635D-0BAD-5350159E19C5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0F6A6D50-5FC6-9ACB-AA8B-AA255AA80EAB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021A1757-634D-0077-0DE1-00914DDC056C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C1486F95-69B3-434A-FD89-4ACE33003F96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048456AD-05DB-D3A7-E202-B719977E0825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CFC29A05-4421-404A-D15E-D766316F0161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F51E384E-34E3-BE38-EAD1-707D10DF1AD6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91C9EE0D-152A-1C3A-9C22-703D7E964572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EAD5E7F7-7001-7918-FE62-6205393177FB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E2A710A0-1594-FFDE-6106-2B1B943BA652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A193798-C088-AF6F-6AE0-8E586A25660F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81BD7A0-0F2B-999C-00D8-8CFBED4A070B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BDEBCF8-00B6-3AC8-D13E-86B7F7EDB38D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434805A-59CA-95B8-232C-133D6BC4BCF2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E15B036-1037-BAE5-2EE8-D848BDB5D633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07E93473-550C-B495-7521-C90164B3BAA0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07161F0A-E330-58F7-FE18-5F4EA6BA724D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CEB81DF3-3BCA-4F6D-1764-5C6B1C4CD655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96CAF2CB-A376-64C5-12B3-A02DD9F3ACAF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D6C65287-0201-E85B-389C-72A08BF7F758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9AB47B79-BEB6-30D5-68E2-9D771359C73F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2DD06DD6-EC36-8D89-E927-AE7F7E39BE00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6429FC5F-6D50-855F-35A1-DEB3FD851A30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097F16EC-CE83-53BA-A453-330FBE750508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C4F928E7-9EB7-EB3F-D149-1A829ADAB6B1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CC04392-07EF-E418-059D-6840FE063F78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4D06BCA5-6513-74DD-30CC-DB7F5A171BF8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246E244-EAE0-4E99-6ABE-E9E5ED474560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2AA44B15-5A45-EDEC-EFCE-2C8CB8A1FBC8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4D2D4128-523D-218C-0A4C-2A06208CD191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AF64A17F-3AFB-2988-6920-21E8695A94F9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12A42BA4-4692-7924-1B23-DDC259FE30FB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9E488815-B548-18B3-969F-283AC98DD094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14C6AE10-219C-96AA-D169-A01214CDF6AF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816A23ED-5537-90B5-F534-97574760569A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E86ED1ED-7E6A-129B-4ECD-62A872A7E8DD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5AFE00B0-7C02-C671-F764-D7035D0DA98E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C9E8D58D-6AEC-C009-0371-E688764810F5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90B1CFB5-40B7-311B-08ED-764E77DE06BB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FC4E982B-44D9-8DA7-D40A-6C3FE46B608C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DB9D335B-DEB8-83AA-83CF-6CEB0BBAF6A3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E00FA1C-FD38-8DD1-A520-8881C1E70920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7F80A2A0-F6F2-22DB-6F2A-040816F05987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F5E9B565-FDD9-E345-1CC0-C363B9DADC72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6653AC72-13C7-606D-2A6B-E47852E72056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B3D344C5-6229-A86F-F3D3-931594DE95CD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BDDA819-BE17-871A-521C-07FA27A0C53D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8E282B4D-4043-BCA2-628F-E35B87CE441B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5693CA1A-3BFD-9E19-08B6-C05828B87311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DF5C1522-C846-72EC-5553-0ED0A7AFAB4E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98B3F6AA-CA1B-4103-1D0C-895A8C2405F9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57264A71-3EF6-C6CF-7235-46BE0EAE34F7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75AD94C2-60FA-DBDA-C805-E117021164EA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AB77A854-4EEB-4E3F-0B79-9BFE9BE7B90D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9554F5EF-0734-6C37-EF0A-64A9EB048E69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DB45F38-6DA9-14C5-35E8-E5F01B895D86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6EDB4399-3103-91D7-E84B-C02E012BD7B9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932A5C7-2EC1-63CC-35B7-9EC032044151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F7C64EB5-6E98-18E3-9122-A999A61AE7D4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EB9C197-7301-C22A-02ED-40910C38A1B8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BB48AA0F-AE8A-D58B-DDDC-DECC80CF60DB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73684B3E-E93F-6753-BF97-9187129AD1FE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A30F93C2-B4A7-D4CB-F565-9265849EAF75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FC5893A-2CC8-CB51-9335-A363BB3BA538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0D0B4EB4-8A8C-54E8-6CF0-C5E9927D8DE2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C709D0E9-3516-FB3B-B213-A084B5874C91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B5880F67-09D2-027B-665D-C3D0819E1699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DEDA4514-9D4D-E1BB-C547-91B2131799E1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332EDB94-97D4-A52B-E39C-7BA037A24DCF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9F502AA3-64D3-352B-0A8B-6356CBF7AD0E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Rectangle 1154">
            <a:extLst>
              <a:ext uri="{FF2B5EF4-FFF2-40B4-BE49-F238E27FC236}">
                <a16:creationId xmlns:a16="http://schemas.microsoft.com/office/drawing/2014/main" id="{DA97D003-7079-1F21-CFE0-65B0662C762F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1D665750-70F4-EBDC-55BF-C3ABB3716799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Rectangle 1158">
            <a:extLst>
              <a:ext uri="{FF2B5EF4-FFF2-40B4-BE49-F238E27FC236}">
                <a16:creationId xmlns:a16="http://schemas.microsoft.com/office/drawing/2014/main" id="{5EDFFDE5-140C-4E7C-C255-E7EAFA57782B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F682A2CE-BE37-4F4D-B4DE-E147D5E0EC37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511CE130-B25D-9E1C-4DE7-56B6876388D6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7B0C53A6-6C86-62A6-1F90-EF55E449BF95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Rectangle 1166">
            <a:extLst>
              <a:ext uri="{FF2B5EF4-FFF2-40B4-BE49-F238E27FC236}">
                <a16:creationId xmlns:a16="http://schemas.microsoft.com/office/drawing/2014/main" id="{D99A47AA-68B8-9870-D8ED-A9B4FCB309E4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Rectangle 1168">
            <a:extLst>
              <a:ext uri="{FF2B5EF4-FFF2-40B4-BE49-F238E27FC236}">
                <a16:creationId xmlns:a16="http://schemas.microsoft.com/office/drawing/2014/main" id="{9429744F-2AB5-CD62-505E-7E281EC34332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Rectangle 1170">
            <a:extLst>
              <a:ext uri="{FF2B5EF4-FFF2-40B4-BE49-F238E27FC236}">
                <a16:creationId xmlns:a16="http://schemas.microsoft.com/office/drawing/2014/main" id="{4CBE3ED6-23A8-9235-78FD-A76340CF8397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DA195CEF-27A4-C677-1F6C-ECB0E013DB1C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56FD38CF-5C10-0E63-9192-6DD894DD3C1E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C876F95C-5696-47BE-6597-93C9F9D701A5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179" name="Rectangle 1178">
            <a:extLst>
              <a:ext uri="{FF2B5EF4-FFF2-40B4-BE49-F238E27FC236}">
                <a16:creationId xmlns:a16="http://schemas.microsoft.com/office/drawing/2014/main" id="{28C8AE71-CBBD-BCF8-9006-788F27DF2B61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Rectangle 1180">
            <a:extLst>
              <a:ext uri="{FF2B5EF4-FFF2-40B4-BE49-F238E27FC236}">
                <a16:creationId xmlns:a16="http://schemas.microsoft.com/office/drawing/2014/main" id="{B4A4BD25-D6D5-A9AE-0698-40821DF55EDB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Rectangle 1182">
            <a:extLst>
              <a:ext uri="{FF2B5EF4-FFF2-40B4-BE49-F238E27FC236}">
                <a16:creationId xmlns:a16="http://schemas.microsoft.com/office/drawing/2014/main" id="{DA0BC818-30A2-3FD1-C7BF-39D441142E00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14EF0998-81F7-0843-68E9-218FD2E402CC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4C906F03-4052-4AF2-E180-6C4FBB1E97E6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86556255-F5E0-A552-96D7-BD9A9CD0AC53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8C94D99F-761A-C327-0FC0-AAE2D3D6A4C9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5B511B30-20C9-7AB1-7B2C-D3AE60A49AAB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74F4A205-A8B7-1409-9A45-1A21781B8BB9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1B23B11E-919F-0F8E-6917-F417AF49280E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F91278E4-B761-3701-AB7B-CDBDBA6CE443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Rectangle 1200">
            <a:extLst>
              <a:ext uri="{FF2B5EF4-FFF2-40B4-BE49-F238E27FC236}">
                <a16:creationId xmlns:a16="http://schemas.microsoft.com/office/drawing/2014/main" id="{388D2FC5-ABD4-6DBA-60B8-4C0D6DDB9F38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0F0DE83C-AD16-EBBC-7367-20CE3CD05E5A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8B912-6D1A-74A2-C87D-CB5B2528228D}"/>
              </a:ext>
            </a:extLst>
          </p:cNvPr>
          <p:cNvSpPr txBox="1"/>
          <p:nvPr/>
        </p:nvSpPr>
        <p:spPr>
          <a:xfrm>
            <a:off x="176083" y="1644868"/>
            <a:ext cx="4083415" cy="350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dimensionality (3D </a:t>
            </a:r>
            <a:b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4D tori)</a:t>
            </a:r>
          </a:p>
          <a:p>
            <a:pPr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networks/dimension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bandwidth</a:t>
            </a:r>
          </a:p>
          <a:p>
            <a:pPr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per-step or per-hop latency</a:t>
            </a: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Power-of-three networks</a:t>
            </a: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E510C0-92AF-7B15-3F59-C5EE75574D62}"/>
              </a:ext>
            </a:extLst>
          </p:cNvPr>
          <p:cNvSpPr/>
          <p:nvPr/>
        </p:nvSpPr>
        <p:spPr>
          <a:xfrm>
            <a:off x="5650125" y="5129325"/>
            <a:ext cx="3158081" cy="199682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B07DC-E5EA-8350-A413-8CD4995B81D8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889CB-987D-8091-8B0B-569FE6F2E895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74A87-3550-6F4A-AB6A-42CDED012107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A5421-7D29-D420-3F36-C5E55C10EDEA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195F8-E2EB-FDE8-1CBE-C28708C696C1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5369E1-3900-CFFA-CF2E-7037EC5A815D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7684E-1BF5-CCFC-903E-4150AE6A2E1F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36A8DE-1EDC-4E59-39DF-4780D28E8C21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F2019D-6A61-E899-D711-13F336A80920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2271D1-89D7-AC31-284E-E180B8BD14F3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B7F399-1BD9-648C-B815-5BC67383F9A2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24118B-D5B7-22A1-E023-8F1C8C40C5B2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3922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3776-B54B-7F1D-B006-FDA94C3B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155C7C-4EA7-5A2F-B94E-10EA0EA5DBD3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Trivance beneficial?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2AFAB76-B107-DB17-672C-C002B108B4FA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D7063910-5709-79F2-0DFC-4D57CA7598DD}"/>
              </a:ext>
            </a:extLst>
          </p:cNvPr>
          <p:cNvSpPr txBox="1"/>
          <p:nvPr/>
        </p:nvSpPr>
        <p:spPr>
          <a:xfrm rot="2700000">
            <a:off x="58414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B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E2AC0A27-A54A-2D25-7264-1F71045F9819}"/>
              </a:ext>
            </a:extLst>
          </p:cNvPr>
          <p:cNvSpPr txBox="1"/>
          <p:nvPr/>
        </p:nvSpPr>
        <p:spPr>
          <a:xfrm rot="2700000">
            <a:off x="610438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B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4B7ECAA9-9428-73AD-2EAE-A74CA11C5FB0}"/>
              </a:ext>
            </a:extLst>
          </p:cNvPr>
          <p:cNvSpPr txBox="1"/>
          <p:nvPr/>
        </p:nvSpPr>
        <p:spPr>
          <a:xfrm rot="2700000">
            <a:off x="636727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B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3DE869BD-CF94-D666-DE3B-60D34A3AFA94}"/>
              </a:ext>
            </a:extLst>
          </p:cNvPr>
          <p:cNvSpPr txBox="1"/>
          <p:nvPr/>
        </p:nvSpPr>
        <p:spPr>
          <a:xfrm rot="2700000">
            <a:off x="663016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KiB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24540122-73AA-41E6-A66D-BF139922E152}"/>
              </a:ext>
            </a:extLst>
          </p:cNvPr>
          <p:cNvSpPr txBox="1"/>
          <p:nvPr/>
        </p:nvSpPr>
        <p:spPr>
          <a:xfrm rot="2700000">
            <a:off x="689305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KiB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25A17EE3-2039-821A-9D5F-58879DB387C2}"/>
              </a:ext>
            </a:extLst>
          </p:cNvPr>
          <p:cNvSpPr txBox="1"/>
          <p:nvPr/>
        </p:nvSpPr>
        <p:spPr>
          <a:xfrm rot="2700000">
            <a:off x="715594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32 KiB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AF4A694E-6B14-1F2B-9997-6D968050B4E6}"/>
              </a:ext>
            </a:extLst>
          </p:cNvPr>
          <p:cNvSpPr txBox="1"/>
          <p:nvPr/>
        </p:nvSpPr>
        <p:spPr>
          <a:xfrm rot="2700000">
            <a:off x="741883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128 KiB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6289289D-7E67-FB0A-5A40-9A34999C12B9}"/>
              </a:ext>
            </a:extLst>
          </p:cNvPr>
          <p:cNvSpPr txBox="1"/>
          <p:nvPr/>
        </p:nvSpPr>
        <p:spPr>
          <a:xfrm rot="2700000">
            <a:off x="7681721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512 KiB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8F70A037-0793-9B58-6C57-92F7CCE5D445}"/>
              </a:ext>
            </a:extLst>
          </p:cNvPr>
          <p:cNvSpPr txBox="1"/>
          <p:nvPr/>
        </p:nvSpPr>
        <p:spPr>
          <a:xfrm rot="2700000">
            <a:off x="794461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 MiB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942F1838-7F34-8E64-4A4E-786E44EFE5E4}"/>
              </a:ext>
            </a:extLst>
          </p:cNvPr>
          <p:cNvSpPr txBox="1"/>
          <p:nvPr/>
        </p:nvSpPr>
        <p:spPr>
          <a:xfrm rot="2700000">
            <a:off x="820750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8 MiB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6E247D08-51D3-2C43-28BA-99B07A8F1184}"/>
              </a:ext>
            </a:extLst>
          </p:cNvPr>
          <p:cNvSpPr txBox="1"/>
          <p:nvPr/>
        </p:nvSpPr>
        <p:spPr>
          <a:xfrm rot="2700000">
            <a:off x="8470392" y="95417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32 MiB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DC22E8EB-6E22-E102-141B-B43B0E745547}"/>
              </a:ext>
            </a:extLst>
          </p:cNvPr>
          <p:cNvSpPr txBox="1"/>
          <p:nvPr/>
        </p:nvSpPr>
        <p:spPr>
          <a:xfrm>
            <a:off x="4553712" y="164454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8</a:t>
            </a: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ECBC9AD0-5D00-40D8-9F84-9CA82F1EC3AA}"/>
              </a:ext>
            </a:extLst>
          </p:cNvPr>
          <p:cNvSpPr/>
          <p:nvPr/>
        </p:nvSpPr>
        <p:spPr>
          <a:xfrm>
            <a:off x="5660135" y="163997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noFill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F91B24FC-83C3-6368-98DB-C509B84E5C0A}"/>
              </a:ext>
            </a:extLst>
          </p:cNvPr>
          <p:cNvSpPr/>
          <p:nvPr/>
        </p:nvSpPr>
        <p:spPr>
          <a:xfrm>
            <a:off x="5923024" y="163997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217E9512-7E88-9A3F-700E-F922394B3DBC}"/>
              </a:ext>
            </a:extLst>
          </p:cNvPr>
          <p:cNvSpPr/>
          <p:nvPr/>
        </p:nvSpPr>
        <p:spPr>
          <a:xfrm>
            <a:off x="618591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BD4C63FC-901A-62CA-BAC7-733E16F560AB}"/>
              </a:ext>
            </a:extLst>
          </p:cNvPr>
          <p:cNvSpPr/>
          <p:nvPr/>
        </p:nvSpPr>
        <p:spPr>
          <a:xfrm>
            <a:off x="6427828" y="163997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4A61DA1F-2B51-836E-A16A-CD844CA3591B}"/>
              </a:ext>
            </a:extLst>
          </p:cNvPr>
          <p:cNvSpPr/>
          <p:nvPr/>
        </p:nvSpPr>
        <p:spPr>
          <a:xfrm>
            <a:off x="6711696" y="163997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56F14DD0-00D2-8E37-EFF3-F3A9E7B600BF}"/>
              </a:ext>
            </a:extLst>
          </p:cNvPr>
          <p:cNvSpPr/>
          <p:nvPr/>
        </p:nvSpPr>
        <p:spPr>
          <a:xfrm>
            <a:off x="6956298" y="163997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07A61125-1836-5774-D94C-C34CFCC48C76}"/>
              </a:ext>
            </a:extLst>
          </p:cNvPr>
          <p:cNvSpPr/>
          <p:nvPr/>
        </p:nvSpPr>
        <p:spPr>
          <a:xfrm>
            <a:off x="7205164" y="163997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86DFF56E-633F-CFB3-2CC6-210883138E77}"/>
              </a:ext>
            </a:extLst>
          </p:cNvPr>
          <p:cNvSpPr/>
          <p:nvPr/>
        </p:nvSpPr>
        <p:spPr>
          <a:xfrm>
            <a:off x="7500365" y="1639976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39FEA263-18AB-68DE-7288-FAAAA872CAD2}"/>
              </a:ext>
            </a:extLst>
          </p:cNvPr>
          <p:cNvSpPr/>
          <p:nvPr/>
        </p:nvSpPr>
        <p:spPr>
          <a:xfrm>
            <a:off x="7730945" y="1639976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3D5DC5C5-A2FA-FD09-5778-48475AE4A5E7}"/>
              </a:ext>
            </a:extLst>
          </p:cNvPr>
          <p:cNvSpPr/>
          <p:nvPr/>
        </p:nvSpPr>
        <p:spPr>
          <a:xfrm>
            <a:off x="802614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2E9E02FC-2A9B-B849-C9B6-45CBAAC18FCC}"/>
              </a:ext>
            </a:extLst>
          </p:cNvPr>
          <p:cNvSpPr/>
          <p:nvPr/>
        </p:nvSpPr>
        <p:spPr>
          <a:xfrm>
            <a:off x="8256725" y="163997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397195DA-FAB1-5BA6-92C3-3994EDDD5C63}"/>
              </a:ext>
            </a:extLst>
          </p:cNvPr>
          <p:cNvSpPr/>
          <p:nvPr/>
        </p:nvSpPr>
        <p:spPr>
          <a:xfrm>
            <a:off x="8551926" y="163997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849DAD34-59B2-9D33-60D4-5C88340FBD94}"/>
              </a:ext>
            </a:extLst>
          </p:cNvPr>
          <p:cNvSpPr txBox="1"/>
          <p:nvPr/>
        </p:nvSpPr>
        <p:spPr>
          <a:xfrm>
            <a:off x="4553712" y="183931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16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C944C3CC-2D09-CBD9-BF77-073E0486BCF3}"/>
              </a:ext>
            </a:extLst>
          </p:cNvPr>
          <p:cNvSpPr/>
          <p:nvPr/>
        </p:nvSpPr>
        <p:spPr>
          <a:xfrm>
            <a:off x="5660135" y="183474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49834629-AB2F-9CE9-40A1-A38E832E5E7B}"/>
              </a:ext>
            </a:extLst>
          </p:cNvPr>
          <p:cNvSpPr/>
          <p:nvPr/>
        </p:nvSpPr>
        <p:spPr>
          <a:xfrm>
            <a:off x="5923024" y="183474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A3B023C2-87EA-D2D5-EC80-8FA02EA3AB8B}"/>
              </a:ext>
            </a:extLst>
          </p:cNvPr>
          <p:cNvSpPr/>
          <p:nvPr/>
        </p:nvSpPr>
        <p:spPr>
          <a:xfrm>
            <a:off x="618591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606E338C-EC9F-A6B8-C957-614CBB7F1642}"/>
              </a:ext>
            </a:extLst>
          </p:cNvPr>
          <p:cNvSpPr/>
          <p:nvPr/>
        </p:nvSpPr>
        <p:spPr>
          <a:xfrm>
            <a:off x="6427828" y="183474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7C129166-C118-9541-5BD9-F88A9E7CC83F}"/>
              </a:ext>
            </a:extLst>
          </p:cNvPr>
          <p:cNvSpPr/>
          <p:nvPr/>
        </p:nvSpPr>
        <p:spPr>
          <a:xfrm>
            <a:off x="6711696" y="183474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0BC797BB-BDF4-397A-BCEB-41B08E9AED5F}"/>
              </a:ext>
            </a:extLst>
          </p:cNvPr>
          <p:cNvSpPr/>
          <p:nvPr/>
        </p:nvSpPr>
        <p:spPr>
          <a:xfrm>
            <a:off x="6956298" y="183474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03699FFA-ED46-B163-2892-C92189EBB6A6}"/>
              </a:ext>
            </a:extLst>
          </p:cNvPr>
          <p:cNvSpPr/>
          <p:nvPr/>
        </p:nvSpPr>
        <p:spPr>
          <a:xfrm>
            <a:off x="7205164" y="1834743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C0B71E12-58DE-9D8B-C925-1ABE67D28D83}"/>
              </a:ext>
            </a:extLst>
          </p:cNvPr>
          <p:cNvSpPr/>
          <p:nvPr/>
        </p:nvSpPr>
        <p:spPr>
          <a:xfrm>
            <a:off x="7500365" y="183474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CA1EE32D-7304-9F5C-D650-6A5F14025D0A}"/>
              </a:ext>
            </a:extLst>
          </p:cNvPr>
          <p:cNvSpPr/>
          <p:nvPr/>
        </p:nvSpPr>
        <p:spPr>
          <a:xfrm>
            <a:off x="7730945" y="1834743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5B0C4CE4-0E81-8545-11F6-76793B56ECC5}"/>
              </a:ext>
            </a:extLst>
          </p:cNvPr>
          <p:cNvSpPr/>
          <p:nvPr/>
        </p:nvSpPr>
        <p:spPr>
          <a:xfrm>
            <a:off x="802614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671943DF-0E6F-677A-4604-AF5B74715FFE}"/>
              </a:ext>
            </a:extLst>
          </p:cNvPr>
          <p:cNvSpPr/>
          <p:nvPr/>
        </p:nvSpPr>
        <p:spPr>
          <a:xfrm>
            <a:off x="8256725" y="183474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28905C7B-4207-B4EF-DA51-81CEBABFC182}"/>
              </a:ext>
            </a:extLst>
          </p:cNvPr>
          <p:cNvSpPr/>
          <p:nvPr/>
        </p:nvSpPr>
        <p:spPr>
          <a:xfrm>
            <a:off x="8551926" y="183474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D0BCE41C-FB3A-34E6-2FB9-642CE5DD1D2A}"/>
              </a:ext>
            </a:extLst>
          </p:cNvPr>
          <p:cNvSpPr txBox="1"/>
          <p:nvPr/>
        </p:nvSpPr>
        <p:spPr>
          <a:xfrm>
            <a:off x="4553712" y="203408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32</a:t>
            </a:r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711866CF-69B0-781D-8978-1E8B9B161FAE}"/>
              </a:ext>
            </a:extLst>
          </p:cNvPr>
          <p:cNvSpPr/>
          <p:nvPr/>
        </p:nvSpPr>
        <p:spPr>
          <a:xfrm>
            <a:off x="5660135" y="202951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B3983251-6F68-D40E-F7FD-1EC6E0C0954A}"/>
              </a:ext>
            </a:extLst>
          </p:cNvPr>
          <p:cNvSpPr/>
          <p:nvPr/>
        </p:nvSpPr>
        <p:spPr>
          <a:xfrm>
            <a:off x="5923024" y="202951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0C79C319-DD17-4D8B-0F1D-312FBB689A8B}"/>
              </a:ext>
            </a:extLst>
          </p:cNvPr>
          <p:cNvSpPr/>
          <p:nvPr/>
        </p:nvSpPr>
        <p:spPr>
          <a:xfrm>
            <a:off x="618591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E7DF1896-82B9-E010-62B6-94C9236C8CF4}"/>
              </a:ext>
            </a:extLst>
          </p:cNvPr>
          <p:cNvSpPr/>
          <p:nvPr/>
        </p:nvSpPr>
        <p:spPr>
          <a:xfrm>
            <a:off x="6427828" y="202951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C4E74FCC-5728-8453-3FA4-AB9823DE6CB0}"/>
              </a:ext>
            </a:extLst>
          </p:cNvPr>
          <p:cNvSpPr/>
          <p:nvPr/>
        </p:nvSpPr>
        <p:spPr>
          <a:xfrm>
            <a:off x="6711696" y="202951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FB16767A-82D1-1DDA-7BA3-E37D962CB202}"/>
              </a:ext>
            </a:extLst>
          </p:cNvPr>
          <p:cNvSpPr/>
          <p:nvPr/>
        </p:nvSpPr>
        <p:spPr>
          <a:xfrm>
            <a:off x="6956298" y="202951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683BA0F5-02BD-92AB-BEA1-6685ECCC8B01}"/>
              </a:ext>
            </a:extLst>
          </p:cNvPr>
          <p:cNvSpPr/>
          <p:nvPr/>
        </p:nvSpPr>
        <p:spPr>
          <a:xfrm>
            <a:off x="7205164" y="202951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Rectangle 712">
            <a:extLst>
              <a:ext uri="{FF2B5EF4-FFF2-40B4-BE49-F238E27FC236}">
                <a16:creationId xmlns:a16="http://schemas.microsoft.com/office/drawing/2014/main" id="{2474FA52-55CD-E65F-61CE-69B9611BE7EE}"/>
              </a:ext>
            </a:extLst>
          </p:cNvPr>
          <p:cNvSpPr/>
          <p:nvPr/>
        </p:nvSpPr>
        <p:spPr>
          <a:xfrm>
            <a:off x="7500365" y="202951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CDF09C1B-E8E9-E9BE-4398-6F31B9252F14}"/>
              </a:ext>
            </a:extLst>
          </p:cNvPr>
          <p:cNvSpPr/>
          <p:nvPr/>
        </p:nvSpPr>
        <p:spPr>
          <a:xfrm>
            <a:off x="7730945" y="2029510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C8ACDE2F-6BC5-E5B9-BFEE-0E1A12BF934D}"/>
              </a:ext>
            </a:extLst>
          </p:cNvPr>
          <p:cNvSpPr/>
          <p:nvPr/>
        </p:nvSpPr>
        <p:spPr>
          <a:xfrm>
            <a:off x="802614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99AA5AA6-1578-6096-77AC-471B5148515E}"/>
              </a:ext>
            </a:extLst>
          </p:cNvPr>
          <p:cNvSpPr/>
          <p:nvPr/>
        </p:nvSpPr>
        <p:spPr>
          <a:xfrm>
            <a:off x="8256725" y="202951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B66B0F3F-87BF-C1F0-190B-90D7A533A996}"/>
              </a:ext>
            </a:extLst>
          </p:cNvPr>
          <p:cNvSpPr/>
          <p:nvPr/>
        </p:nvSpPr>
        <p:spPr>
          <a:xfrm>
            <a:off x="8551926" y="202951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CEC425CA-F630-BF5A-DC1F-3743E3B1F33E}"/>
              </a:ext>
            </a:extLst>
          </p:cNvPr>
          <p:cNvSpPr txBox="1"/>
          <p:nvPr/>
        </p:nvSpPr>
        <p:spPr>
          <a:xfrm>
            <a:off x="4553712" y="222884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64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235ED395-A6C1-F073-890C-7DE9AF0F914A}"/>
              </a:ext>
            </a:extLst>
          </p:cNvPr>
          <p:cNvSpPr/>
          <p:nvPr/>
        </p:nvSpPr>
        <p:spPr>
          <a:xfrm>
            <a:off x="5660135" y="222427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71D2A4DE-1F93-33B7-F5B4-7B284EB12F6D}"/>
              </a:ext>
            </a:extLst>
          </p:cNvPr>
          <p:cNvSpPr/>
          <p:nvPr/>
        </p:nvSpPr>
        <p:spPr>
          <a:xfrm>
            <a:off x="5923024" y="222427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2115E854-4A42-48AE-BEA8-074AFDCADB05}"/>
              </a:ext>
            </a:extLst>
          </p:cNvPr>
          <p:cNvSpPr/>
          <p:nvPr/>
        </p:nvSpPr>
        <p:spPr>
          <a:xfrm>
            <a:off x="618591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Rectangle 730">
            <a:extLst>
              <a:ext uri="{FF2B5EF4-FFF2-40B4-BE49-F238E27FC236}">
                <a16:creationId xmlns:a16="http://schemas.microsoft.com/office/drawing/2014/main" id="{7939653B-CEBA-04AA-E926-52F36D38C164}"/>
              </a:ext>
            </a:extLst>
          </p:cNvPr>
          <p:cNvSpPr/>
          <p:nvPr/>
        </p:nvSpPr>
        <p:spPr>
          <a:xfrm>
            <a:off x="6427828" y="222427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Rectangle 732">
            <a:extLst>
              <a:ext uri="{FF2B5EF4-FFF2-40B4-BE49-F238E27FC236}">
                <a16:creationId xmlns:a16="http://schemas.microsoft.com/office/drawing/2014/main" id="{2848DE38-7036-1371-B27F-7C8FC3340B31}"/>
              </a:ext>
            </a:extLst>
          </p:cNvPr>
          <p:cNvSpPr/>
          <p:nvPr/>
        </p:nvSpPr>
        <p:spPr>
          <a:xfrm>
            <a:off x="6711696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5" name="Rectangle 734">
            <a:extLst>
              <a:ext uri="{FF2B5EF4-FFF2-40B4-BE49-F238E27FC236}">
                <a16:creationId xmlns:a16="http://schemas.microsoft.com/office/drawing/2014/main" id="{59CA6697-E687-C682-6755-971A29B88447}"/>
              </a:ext>
            </a:extLst>
          </p:cNvPr>
          <p:cNvSpPr/>
          <p:nvPr/>
        </p:nvSpPr>
        <p:spPr>
          <a:xfrm>
            <a:off x="6956298" y="2224277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Rectangle 736">
            <a:extLst>
              <a:ext uri="{FF2B5EF4-FFF2-40B4-BE49-F238E27FC236}">
                <a16:creationId xmlns:a16="http://schemas.microsoft.com/office/drawing/2014/main" id="{72CDF79C-B7BC-6310-0FB3-11C7779BEB43}"/>
              </a:ext>
            </a:extLst>
          </p:cNvPr>
          <p:cNvSpPr/>
          <p:nvPr/>
        </p:nvSpPr>
        <p:spPr>
          <a:xfrm>
            <a:off x="7205164" y="222427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1ED425EA-F725-2DCB-3672-A6D58B31E4E6}"/>
              </a:ext>
            </a:extLst>
          </p:cNvPr>
          <p:cNvSpPr/>
          <p:nvPr/>
        </p:nvSpPr>
        <p:spPr>
          <a:xfrm>
            <a:off x="7500365" y="222427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Rectangle 740">
            <a:extLst>
              <a:ext uri="{FF2B5EF4-FFF2-40B4-BE49-F238E27FC236}">
                <a16:creationId xmlns:a16="http://schemas.microsoft.com/office/drawing/2014/main" id="{76FDBA95-66EA-A65D-C644-68A68E0249D3}"/>
              </a:ext>
            </a:extLst>
          </p:cNvPr>
          <p:cNvSpPr/>
          <p:nvPr/>
        </p:nvSpPr>
        <p:spPr>
          <a:xfrm>
            <a:off x="7730945" y="2224277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Rectangle 742">
            <a:extLst>
              <a:ext uri="{FF2B5EF4-FFF2-40B4-BE49-F238E27FC236}">
                <a16:creationId xmlns:a16="http://schemas.microsoft.com/office/drawing/2014/main" id="{745A304F-C628-7EA9-1C24-F9C9609707BA}"/>
              </a:ext>
            </a:extLst>
          </p:cNvPr>
          <p:cNvSpPr/>
          <p:nvPr/>
        </p:nvSpPr>
        <p:spPr>
          <a:xfrm>
            <a:off x="802614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21AD9B81-A2C9-8ECA-ED37-6D94638D63AE}"/>
              </a:ext>
            </a:extLst>
          </p:cNvPr>
          <p:cNvSpPr/>
          <p:nvPr/>
        </p:nvSpPr>
        <p:spPr>
          <a:xfrm>
            <a:off x="8256725" y="222427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C9799AFC-76FC-F2BF-2422-D72BA263E9D3}"/>
              </a:ext>
            </a:extLst>
          </p:cNvPr>
          <p:cNvSpPr/>
          <p:nvPr/>
        </p:nvSpPr>
        <p:spPr>
          <a:xfrm>
            <a:off x="8551926" y="222427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EE0B50B8-1134-3CC8-E58D-2F20092B3705}"/>
              </a:ext>
            </a:extLst>
          </p:cNvPr>
          <p:cNvSpPr txBox="1"/>
          <p:nvPr/>
        </p:nvSpPr>
        <p:spPr>
          <a:xfrm>
            <a:off x="4553712" y="2423616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n = 128</a:t>
            </a:r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033A4598-6893-41E7-E76F-666B1E4DFFDA}"/>
              </a:ext>
            </a:extLst>
          </p:cNvPr>
          <p:cNvSpPr/>
          <p:nvPr/>
        </p:nvSpPr>
        <p:spPr>
          <a:xfrm>
            <a:off x="5660135" y="2419044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244B3D4-32D6-3DF2-9BA0-8B319D4E87A4}"/>
              </a:ext>
            </a:extLst>
          </p:cNvPr>
          <p:cNvSpPr/>
          <p:nvPr/>
        </p:nvSpPr>
        <p:spPr>
          <a:xfrm>
            <a:off x="5923024" y="2419044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42F58F1C-A638-D7EE-FF98-5AA8A8DCAD25}"/>
              </a:ext>
            </a:extLst>
          </p:cNvPr>
          <p:cNvSpPr/>
          <p:nvPr/>
        </p:nvSpPr>
        <p:spPr>
          <a:xfrm>
            <a:off x="618591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A275B581-D206-0FBA-1ED4-4297C7B873C2}"/>
              </a:ext>
            </a:extLst>
          </p:cNvPr>
          <p:cNvSpPr/>
          <p:nvPr/>
        </p:nvSpPr>
        <p:spPr>
          <a:xfrm>
            <a:off x="6427828" y="2419044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B86552B5-2FAF-159B-D86C-3C80E416C557}"/>
              </a:ext>
            </a:extLst>
          </p:cNvPr>
          <p:cNvSpPr/>
          <p:nvPr/>
        </p:nvSpPr>
        <p:spPr>
          <a:xfrm>
            <a:off x="6711696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DC4A3DA2-4ABE-6A40-49E3-E5164A985022}"/>
              </a:ext>
            </a:extLst>
          </p:cNvPr>
          <p:cNvSpPr/>
          <p:nvPr/>
        </p:nvSpPr>
        <p:spPr>
          <a:xfrm>
            <a:off x="6956298" y="2419044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93658C7B-340E-0CC0-BB44-AC32E9B4876A}"/>
              </a:ext>
            </a:extLst>
          </p:cNvPr>
          <p:cNvSpPr/>
          <p:nvPr/>
        </p:nvSpPr>
        <p:spPr>
          <a:xfrm>
            <a:off x="7205164" y="2419044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2F01500D-9CF2-AEAB-FB73-9FF920EF5166}"/>
              </a:ext>
            </a:extLst>
          </p:cNvPr>
          <p:cNvSpPr/>
          <p:nvPr/>
        </p:nvSpPr>
        <p:spPr>
          <a:xfrm>
            <a:off x="7500365" y="2419044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A5FC5189-D314-C85C-595E-BF16EEFCDB50}"/>
              </a:ext>
            </a:extLst>
          </p:cNvPr>
          <p:cNvSpPr/>
          <p:nvPr/>
        </p:nvSpPr>
        <p:spPr>
          <a:xfrm>
            <a:off x="7730945" y="2419044"/>
            <a:ext cx="29789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AF85CCB2-40D5-232B-3DBD-AEBF627504A6}"/>
              </a:ext>
            </a:extLst>
          </p:cNvPr>
          <p:cNvSpPr/>
          <p:nvPr/>
        </p:nvSpPr>
        <p:spPr>
          <a:xfrm>
            <a:off x="802614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F11C6CAC-FC51-F569-2442-A5725BC33529}"/>
              </a:ext>
            </a:extLst>
          </p:cNvPr>
          <p:cNvSpPr/>
          <p:nvPr/>
        </p:nvSpPr>
        <p:spPr>
          <a:xfrm>
            <a:off x="8256725" y="2419044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5BD08A7A-FEDD-FE98-6903-95D0BE1AF8E1}"/>
              </a:ext>
            </a:extLst>
          </p:cNvPr>
          <p:cNvSpPr/>
          <p:nvPr/>
        </p:nvSpPr>
        <p:spPr>
          <a:xfrm>
            <a:off x="8551926" y="2419044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0FB35CF3-7F58-994A-E504-DEE9A62C210D}"/>
              </a:ext>
            </a:extLst>
          </p:cNvPr>
          <p:cNvSpPr/>
          <p:nvPr/>
        </p:nvSpPr>
        <p:spPr>
          <a:xfrm>
            <a:off x="4680204" y="1658264"/>
            <a:ext cx="27432" cy="918971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CB2482E9-4445-DA02-5B83-1002A2F34BA2}"/>
              </a:ext>
            </a:extLst>
          </p:cNvPr>
          <p:cNvSpPr txBox="1"/>
          <p:nvPr/>
        </p:nvSpPr>
        <p:spPr>
          <a:xfrm>
            <a:off x="4553712" y="26183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8</a:t>
            </a: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F4685011-5D0C-8596-AC9E-4CF004082406}"/>
              </a:ext>
            </a:extLst>
          </p:cNvPr>
          <p:cNvSpPr/>
          <p:nvPr/>
        </p:nvSpPr>
        <p:spPr>
          <a:xfrm>
            <a:off x="5660135" y="2613811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0D8EB718-7C31-5A3D-7C16-1B494A06599A}"/>
              </a:ext>
            </a:extLst>
          </p:cNvPr>
          <p:cNvSpPr/>
          <p:nvPr/>
        </p:nvSpPr>
        <p:spPr>
          <a:xfrm>
            <a:off x="5923024" y="2613811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30996DEA-59A5-1A0C-5905-E63D37CCCA57}"/>
              </a:ext>
            </a:extLst>
          </p:cNvPr>
          <p:cNvSpPr/>
          <p:nvPr/>
        </p:nvSpPr>
        <p:spPr>
          <a:xfrm>
            <a:off x="618591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BDE601D1-11EA-50AA-1CE4-30C5A3272971}"/>
              </a:ext>
            </a:extLst>
          </p:cNvPr>
          <p:cNvSpPr/>
          <p:nvPr/>
        </p:nvSpPr>
        <p:spPr>
          <a:xfrm>
            <a:off x="6427828" y="2613811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Rectangle 788">
            <a:extLst>
              <a:ext uri="{FF2B5EF4-FFF2-40B4-BE49-F238E27FC236}">
                <a16:creationId xmlns:a16="http://schemas.microsoft.com/office/drawing/2014/main" id="{50F89670-818A-0C91-B924-3A5886504A75}"/>
              </a:ext>
            </a:extLst>
          </p:cNvPr>
          <p:cNvSpPr/>
          <p:nvPr/>
        </p:nvSpPr>
        <p:spPr>
          <a:xfrm>
            <a:off x="6711696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8CD7A0BC-C85D-3855-1D8D-7F142C11B56D}"/>
              </a:ext>
            </a:extLst>
          </p:cNvPr>
          <p:cNvSpPr/>
          <p:nvPr/>
        </p:nvSpPr>
        <p:spPr>
          <a:xfrm>
            <a:off x="6956298" y="2613811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9860B13F-6C40-B5A7-D32D-04EDD365D1DD}"/>
              </a:ext>
            </a:extLst>
          </p:cNvPr>
          <p:cNvSpPr/>
          <p:nvPr/>
        </p:nvSpPr>
        <p:spPr>
          <a:xfrm>
            <a:off x="7205164" y="2613811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43657B88-29B6-6B5F-F47D-A25D54F946EF}"/>
              </a:ext>
            </a:extLst>
          </p:cNvPr>
          <p:cNvSpPr/>
          <p:nvPr/>
        </p:nvSpPr>
        <p:spPr>
          <a:xfrm>
            <a:off x="7500365" y="2613811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F972C035-A5D1-0303-849F-0F1B134F71E7}"/>
              </a:ext>
            </a:extLst>
          </p:cNvPr>
          <p:cNvSpPr/>
          <p:nvPr/>
        </p:nvSpPr>
        <p:spPr>
          <a:xfrm>
            <a:off x="7730945" y="2613811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950EE528-D762-A642-B2D7-E5EEF5CB6EB1}"/>
              </a:ext>
            </a:extLst>
          </p:cNvPr>
          <p:cNvSpPr/>
          <p:nvPr/>
        </p:nvSpPr>
        <p:spPr>
          <a:xfrm>
            <a:off x="802614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775AC5F1-2115-0236-8F92-9E4BC966D870}"/>
              </a:ext>
            </a:extLst>
          </p:cNvPr>
          <p:cNvSpPr/>
          <p:nvPr/>
        </p:nvSpPr>
        <p:spPr>
          <a:xfrm>
            <a:off x="8256725" y="2613811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2B314C64-13EB-A051-372C-E6952C33CC80}"/>
              </a:ext>
            </a:extLst>
          </p:cNvPr>
          <p:cNvSpPr/>
          <p:nvPr/>
        </p:nvSpPr>
        <p:spPr>
          <a:xfrm>
            <a:off x="8551926" y="2613811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D92CC6BD-6064-BF97-6C54-60E4B4BABC09}"/>
              </a:ext>
            </a:extLst>
          </p:cNvPr>
          <p:cNvSpPr txBox="1"/>
          <p:nvPr/>
        </p:nvSpPr>
        <p:spPr>
          <a:xfrm>
            <a:off x="4553712" y="28131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 × 16</a:t>
            </a:r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0C4F6B20-663E-AD47-0AEB-DDE2F1AC5CA5}"/>
              </a:ext>
            </a:extLst>
          </p:cNvPr>
          <p:cNvSpPr/>
          <p:nvPr/>
        </p:nvSpPr>
        <p:spPr>
          <a:xfrm>
            <a:off x="5660135" y="28085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E9E2EECD-035A-44BB-B618-42759262B9C8}"/>
              </a:ext>
            </a:extLst>
          </p:cNvPr>
          <p:cNvSpPr/>
          <p:nvPr/>
        </p:nvSpPr>
        <p:spPr>
          <a:xfrm>
            <a:off x="5923024" y="28085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1D3F5AFC-271A-388E-179A-95837999582B}"/>
              </a:ext>
            </a:extLst>
          </p:cNvPr>
          <p:cNvSpPr/>
          <p:nvPr/>
        </p:nvSpPr>
        <p:spPr>
          <a:xfrm>
            <a:off x="618591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272AFFAF-E1D8-186D-A12D-125DE5075DDF}"/>
              </a:ext>
            </a:extLst>
          </p:cNvPr>
          <p:cNvSpPr/>
          <p:nvPr/>
        </p:nvSpPr>
        <p:spPr>
          <a:xfrm>
            <a:off x="6427828" y="28085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62B3E122-05F1-3B2C-A771-A4A2405EC4B1}"/>
              </a:ext>
            </a:extLst>
          </p:cNvPr>
          <p:cNvSpPr/>
          <p:nvPr/>
        </p:nvSpPr>
        <p:spPr>
          <a:xfrm>
            <a:off x="6711696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F66FA039-39EF-D942-D995-7E3F27437DBE}"/>
              </a:ext>
            </a:extLst>
          </p:cNvPr>
          <p:cNvSpPr/>
          <p:nvPr/>
        </p:nvSpPr>
        <p:spPr>
          <a:xfrm>
            <a:off x="6956298" y="28085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7F4CCD51-E70A-B61A-6BBA-57D1A1CF3A05}"/>
              </a:ext>
            </a:extLst>
          </p:cNvPr>
          <p:cNvSpPr/>
          <p:nvPr/>
        </p:nvSpPr>
        <p:spPr>
          <a:xfrm>
            <a:off x="7205164" y="28085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ACB47BA6-11D9-36E2-1FB3-E078D728951C}"/>
              </a:ext>
            </a:extLst>
          </p:cNvPr>
          <p:cNvSpPr/>
          <p:nvPr/>
        </p:nvSpPr>
        <p:spPr>
          <a:xfrm>
            <a:off x="7500365" y="28085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1D86978C-50EA-1EF4-4026-541CEC7E2E74}"/>
              </a:ext>
            </a:extLst>
          </p:cNvPr>
          <p:cNvSpPr/>
          <p:nvPr/>
        </p:nvSpPr>
        <p:spPr>
          <a:xfrm>
            <a:off x="7730945" y="2808579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19258A8F-FA15-3E91-973F-695C7DF103F0}"/>
              </a:ext>
            </a:extLst>
          </p:cNvPr>
          <p:cNvSpPr/>
          <p:nvPr/>
        </p:nvSpPr>
        <p:spPr>
          <a:xfrm>
            <a:off x="802614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522B2BCF-348E-BA3E-888B-339C35F14587}"/>
              </a:ext>
            </a:extLst>
          </p:cNvPr>
          <p:cNvSpPr/>
          <p:nvPr/>
        </p:nvSpPr>
        <p:spPr>
          <a:xfrm>
            <a:off x="8256725" y="28085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A977CBA8-E9DA-6D87-9995-A1A964FA6AE3}"/>
              </a:ext>
            </a:extLst>
          </p:cNvPr>
          <p:cNvSpPr/>
          <p:nvPr/>
        </p:nvSpPr>
        <p:spPr>
          <a:xfrm>
            <a:off x="8551926" y="28085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DE8F2AAD-1A7F-8760-1C63-A633D30CD5B6}"/>
              </a:ext>
            </a:extLst>
          </p:cNvPr>
          <p:cNvSpPr txBox="1"/>
          <p:nvPr/>
        </p:nvSpPr>
        <p:spPr>
          <a:xfrm>
            <a:off x="4553712" y="300791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32</a:t>
            </a: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C6E271C8-1BEB-BC73-6D9B-87C7001EFF11}"/>
              </a:ext>
            </a:extLst>
          </p:cNvPr>
          <p:cNvSpPr/>
          <p:nvPr/>
        </p:nvSpPr>
        <p:spPr>
          <a:xfrm>
            <a:off x="5660135" y="30033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8F6F0313-D362-0897-7AF1-9CA810B47B87}"/>
              </a:ext>
            </a:extLst>
          </p:cNvPr>
          <p:cNvSpPr/>
          <p:nvPr/>
        </p:nvSpPr>
        <p:spPr>
          <a:xfrm>
            <a:off x="5923024" y="3003346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15C1DB59-ACF5-7819-DB6C-01FCD18D7CEB}"/>
              </a:ext>
            </a:extLst>
          </p:cNvPr>
          <p:cNvSpPr/>
          <p:nvPr/>
        </p:nvSpPr>
        <p:spPr>
          <a:xfrm>
            <a:off x="618591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3E324A3B-2AE7-A534-CC22-2FF65C034984}"/>
              </a:ext>
            </a:extLst>
          </p:cNvPr>
          <p:cNvSpPr/>
          <p:nvPr/>
        </p:nvSpPr>
        <p:spPr>
          <a:xfrm>
            <a:off x="6427828" y="30033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ECF49107-49C0-71D2-22EB-3AC025B26924}"/>
              </a:ext>
            </a:extLst>
          </p:cNvPr>
          <p:cNvSpPr/>
          <p:nvPr/>
        </p:nvSpPr>
        <p:spPr>
          <a:xfrm>
            <a:off x="6711696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93202C76-53BD-C44C-E57C-3FDD6F2E60C5}"/>
              </a:ext>
            </a:extLst>
          </p:cNvPr>
          <p:cNvSpPr/>
          <p:nvPr/>
        </p:nvSpPr>
        <p:spPr>
          <a:xfrm>
            <a:off x="6956298" y="30033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69AF875B-E4E7-EBAF-BBB2-2E1C6C2BE562}"/>
              </a:ext>
            </a:extLst>
          </p:cNvPr>
          <p:cNvSpPr/>
          <p:nvPr/>
        </p:nvSpPr>
        <p:spPr>
          <a:xfrm>
            <a:off x="7205164" y="30033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86CF7713-8C0E-A88C-10C3-0C098DC6AFD6}"/>
              </a:ext>
            </a:extLst>
          </p:cNvPr>
          <p:cNvSpPr/>
          <p:nvPr/>
        </p:nvSpPr>
        <p:spPr>
          <a:xfrm>
            <a:off x="7500365" y="30033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58DFC0DE-5F81-5798-9245-E18FC10487F2}"/>
              </a:ext>
            </a:extLst>
          </p:cNvPr>
          <p:cNvSpPr/>
          <p:nvPr/>
        </p:nvSpPr>
        <p:spPr>
          <a:xfrm>
            <a:off x="7730945" y="30033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788AD0CB-DB2B-C418-7CF1-504CB538C4F5}"/>
              </a:ext>
            </a:extLst>
          </p:cNvPr>
          <p:cNvSpPr/>
          <p:nvPr/>
        </p:nvSpPr>
        <p:spPr>
          <a:xfrm>
            <a:off x="802614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197C2A6E-387C-30D3-221A-0EE4A1C97003}"/>
              </a:ext>
            </a:extLst>
          </p:cNvPr>
          <p:cNvSpPr/>
          <p:nvPr/>
        </p:nvSpPr>
        <p:spPr>
          <a:xfrm>
            <a:off x="8256725" y="3003346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8C763707-1C2C-C556-9D49-F55B845AC21B}"/>
              </a:ext>
            </a:extLst>
          </p:cNvPr>
          <p:cNvSpPr/>
          <p:nvPr/>
        </p:nvSpPr>
        <p:spPr>
          <a:xfrm>
            <a:off x="8551926" y="30033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638381AC-7745-A81E-4A61-2AD7365169A3}"/>
              </a:ext>
            </a:extLst>
          </p:cNvPr>
          <p:cNvSpPr txBox="1"/>
          <p:nvPr/>
        </p:nvSpPr>
        <p:spPr>
          <a:xfrm>
            <a:off x="4553712" y="320268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64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6626603-5D4E-4243-5D93-97FEBF60D47F}"/>
              </a:ext>
            </a:extLst>
          </p:cNvPr>
          <p:cNvSpPr/>
          <p:nvPr/>
        </p:nvSpPr>
        <p:spPr>
          <a:xfrm>
            <a:off x="5660135" y="319811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816D7940-6BA5-213D-C0B6-8F14841833A6}"/>
              </a:ext>
            </a:extLst>
          </p:cNvPr>
          <p:cNvSpPr/>
          <p:nvPr/>
        </p:nvSpPr>
        <p:spPr>
          <a:xfrm>
            <a:off x="5923024" y="3198113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1A49D5D1-D73A-067F-2CC6-28EF13098125}"/>
              </a:ext>
            </a:extLst>
          </p:cNvPr>
          <p:cNvSpPr/>
          <p:nvPr/>
        </p:nvSpPr>
        <p:spPr>
          <a:xfrm>
            <a:off x="618591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4CB110B-614D-CB92-D7C6-E35AD297CDEE}"/>
              </a:ext>
            </a:extLst>
          </p:cNvPr>
          <p:cNvSpPr/>
          <p:nvPr/>
        </p:nvSpPr>
        <p:spPr>
          <a:xfrm>
            <a:off x="6427828" y="319811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BEB58ACE-960F-A41F-949B-B8C90D5E8736}"/>
              </a:ext>
            </a:extLst>
          </p:cNvPr>
          <p:cNvSpPr/>
          <p:nvPr/>
        </p:nvSpPr>
        <p:spPr>
          <a:xfrm>
            <a:off x="6711696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1FD41AFB-70E3-E992-11F7-B6C6DBE41E76}"/>
              </a:ext>
            </a:extLst>
          </p:cNvPr>
          <p:cNvSpPr/>
          <p:nvPr/>
        </p:nvSpPr>
        <p:spPr>
          <a:xfrm>
            <a:off x="6956298" y="3198113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B9BC3B91-C4D7-3064-8E08-5E2ECE952750}"/>
              </a:ext>
            </a:extLst>
          </p:cNvPr>
          <p:cNvSpPr/>
          <p:nvPr/>
        </p:nvSpPr>
        <p:spPr>
          <a:xfrm>
            <a:off x="7205164" y="319811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7A0808B2-179D-2A92-0539-D9C7B83B7660}"/>
              </a:ext>
            </a:extLst>
          </p:cNvPr>
          <p:cNvSpPr/>
          <p:nvPr/>
        </p:nvSpPr>
        <p:spPr>
          <a:xfrm>
            <a:off x="7500365" y="319811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2C54A50A-1ACE-5AFD-5DF2-535088121320}"/>
              </a:ext>
            </a:extLst>
          </p:cNvPr>
          <p:cNvSpPr/>
          <p:nvPr/>
        </p:nvSpPr>
        <p:spPr>
          <a:xfrm>
            <a:off x="7730945" y="319811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C91332B4-5B79-3216-3CB5-A88A0A260A22}"/>
              </a:ext>
            </a:extLst>
          </p:cNvPr>
          <p:cNvSpPr/>
          <p:nvPr/>
        </p:nvSpPr>
        <p:spPr>
          <a:xfrm>
            <a:off x="8026146" y="319811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E1EEAF53-1BB9-E3C7-531E-385A7BCD9539}"/>
              </a:ext>
            </a:extLst>
          </p:cNvPr>
          <p:cNvSpPr/>
          <p:nvPr/>
        </p:nvSpPr>
        <p:spPr>
          <a:xfrm>
            <a:off x="8256725" y="3198113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CBF7241C-98EB-075B-47DF-3AFC331F80E5}"/>
              </a:ext>
            </a:extLst>
          </p:cNvPr>
          <p:cNvSpPr/>
          <p:nvPr/>
        </p:nvSpPr>
        <p:spPr>
          <a:xfrm>
            <a:off x="8551926" y="3198113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08E75BAB-E6AD-D376-3A3E-202E160BB56D}"/>
              </a:ext>
            </a:extLst>
          </p:cNvPr>
          <p:cNvSpPr txBox="1"/>
          <p:nvPr/>
        </p:nvSpPr>
        <p:spPr>
          <a:xfrm>
            <a:off x="4553712" y="3397452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 × 128</a:t>
            </a: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672AAC94-C6B5-2EAF-A9A2-A20AA4A9F0C1}"/>
              </a:ext>
            </a:extLst>
          </p:cNvPr>
          <p:cNvSpPr/>
          <p:nvPr/>
        </p:nvSpPr>
        <p:spPr>
          <a:xfrm>
            <a:off x="5660135" y="339288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C6F87AB0-A0CF-11FA-35F2-23A5AB4EBEAB}"/>
              </a:ext>
            </a:extLst>
          </p:cNvPr>
          <p:cNvSpPr/>
          <p:nvPr/>
        </p:nvSpPr>
        <p:spPr>
          <a:xfrm>
            <a:off x="5923024" y="3392880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45602DF8-710C-61D3-FA67-9E5D37499909}"/>
              </a:ext>
            </a:extLst>
          </p:cNvPr>
          <p:cNvSpPr/>
          <p:nvPr/>
        </p:nvSpPr>
        <p:spPr>
          <a:xfrm>
            <a:off x="618591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" name="Rectangle 890">
            <a:extLst>
              <a:ext uri="{FF2B5EF4-FFF2-40B4-BE49-F238E27FC236}">
                <a16:creationId xmlns:a16="http://schemas.microsoft.com/office/drawing/2014/main" id="{93157AE7-572B-C501-0E71-1A0E319CC9E1}"/>
              </a:ext>
            </a:extLst>
          </p:cNvPr>
          <p:cNvSpPr/>
          <p:nvPr/>
        </p:nvSpPr>
        <p:spPr>
          <a:xfrm>
            <a:off x="6427828" y="339288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2C46F1B8-47AD-4875-57E6-18124D7057DD}"/>
              </a:ext>
            </a:extLst>
          </p:cNvPr>
          <p:cNvSpPr/>
          <p:nvPr/>
        </p:nvSpPr>
        <p:spPr>
          <a:xfrm>
            <a:off x="6711696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8AD21F4B-306E-A6FE-4D58-A3C51DCC1DE8}"/>
              </a:ext>
            </a:extLst>
          </p:cNvPr>
          <p:cNvSpPr/>
          <p:nvPr/>
        </p:nvSpPr>
        <p:spPr>
          <a:xfrm>
            <a:off x="6956298" y="3392880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23A1FD8B-5EC0-CC00-BA03-0E5300A0B205}"/>
              </a:ext>
            </a:extLst>
          </p:cNvPr>
          <p:cNvSpPr/>
          <p:nvPr/>
        </p:nvSpPr>
        <p:spPr>
          <a:xfrm>
            <a:off x="7205164" y="339288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1324B50-B372-9BD8-E157-EA5ECCA7BDED}"/>
              </a:ext>
            </a:extLst>
          </p:cNvPr>
          <p:cNvSpPr/>
          <p:nvPr/>
        </p:nvSpPr>
        <p:spPr>
          <a:xfrm>
            <a:off x="7500365" y="339288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24496D83-CF37-2F1A-D08A-3E276F29F7D4}"/>
              </a:ext>
            </a:extLst>
          </p:cNvPr>
          <p:cNvSpPr/>
          <p:nvPr/>
        </p:nvSpPr>
        <p:spPr>
          <a:xfrm>
            <a:off x="7730945" y="339288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4FDF6079-8876-3CE6-4028-815523196EA0}"/>
              </a:ext>
            </a:extLst>
          </p:cNvPr>
          <p:cNvSpPr/>
          <p:nvPr/>
        </p:nvSpPr>
        <p:spPr>
          <a:xfrm>
            <a:off x="8026146" y="339288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2A91A82D-11A0-94FB-2073-4AF05A03BD61}"/>
              </a:ext>
            </a:extLst>
          </p:cNvPr>
          <p:cNvSpPr/>
          <p:nvPr/>
        </p:nvSpPr>
        <p:spPr>
          <a:xfrm>
            <a:off x="8256725" y="339288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0A10A321-F6D7-812A-D294-00D32C02F5D5}"/>
              </a:ext>
            </a:extLst>
          </p:cNvPr>
          <p:cNvSpPr/>
          <p:nvPr/>
        </p:nvSpPr>
        <p:spPr>
          <a:xfrm>
            <a:off x="8551926" y="3392880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C017019C-82BE-53C6-2729-41271E3B4DA2}"/>
              </a:ext>
            </a:extLst>
          </p:cNvPr>
          <p:cNvSpPr txBox="1"/>
          <p:nvPr/>
        </p:nvSpPr>
        <p:spPr>
          <a:xfrm>
            <a:off x="4553712" y="359221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16</a:t>
            </a: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BBE99AC5-56F0-59FB-8C51-B5A3A7582805}"/>
              </a:ext>
            </a:extLst>
          </p:cNvPr>
          <p:cNvSpPr/>
          <p:nvPr/>
        </p:nvSpPr>
        <p:spPr>
          <a:xfrm>
            <a:off x="5660135" y="3587647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Rectangle 912">
            <a:extLst>
              <a:ext uri="{FF2B5EF4-FFF2-40B4-BE49-F238E27FC236}">
                <a16:creationId xmlns:a16="http://schemas.microsoft.com/office/drawing/2014/main" id="{7B256EF8-13CD-D437-243D-D4A903AC0285}"/>
              </a:ext>
            </a:extLst>
          </p:cNvPr>
          <p:cNvSpPr/>
          <p:nvPr/>
        </p:nvSpPr>
        <p:spPr>
          <a:xfrm>
            <a:off x="5923024" y="3587647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19CAD264-AB86-7AA7-8714-B183B673C099}"/>
              </a:ext>
            </a:extLst>
          </p:cNvPr>
          <p:cNvSpPr/>
          <p:nvPr/>
        </p:nvSpPr>
        <p:spPr>
          <a:xfrm>
            <a:off x="618591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7D1A9B62-0D51-AD71-7D2E-349C85C14690}"/>
              </a:ext>
            </a:extLst>
          </p:cNvPr>
          <p:cNvSpPr/>
          <p:nvPr/>
        </p:nvSpPr>
        <p:spPr>
          <a:xfrm>
            <a:off x="6427828" y="3587647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E2745849-EAF2-05CB-F6A8-12DBFB66C7B9}"/>
              </a:ext>
            </a:extLst>
          </p:cNvPr>
          <p:cNvSpPr/>
          <p:nvPr/>
        </p:nvSpPr>
        <p:spPr>
          <a:xfrm>
            <a:off x="6711696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81C45B6-6023-89D1-3124-2CBCB878FE5E}"/>
              </a:ext>
            </a:extLst>
          </p:cNvPr>
          <p:cNvSpPr/>
          <p:nvPr/>
        </p:nvSpPr>
        <p:spPr>
          <a:xfrm>
            <a:off x="6956298" y="3587647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CEF29DA2-087D-5D8B-D227-A3B9EF9D23F2}"/>
              </a:ext>
            </a:extLst>
          </p:cNvPr>
          <p:cNvSpPr/>
          <p:nvPr/>
        </p:nvSpPr>
        <p:spPr>
          <a:xfrm>
            <a:off x="7205164" y="3587647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F08258F5-8208-C9C2-5200-30A0B62C5109}"/>
              </a:ext>
            </a:extLst>
          </p:cNvPr>
          <p:cNvSpPr/>
          <p:nvPr/>
        </p:nvSpPr>
        <p:spPr>
          <a:xfrm>
            <a:off x="7500365" y="3587647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2FB8F87C-AE7A-D1F8-7B10-4EB42F54687F}"/>
              </a:ext>
            </a:extLst>
          </p:cNvPr>
          <p:cNvSpPr/>
          <p:nvPr/>
        </p:nvSpPr>
        <p:spPr>
          <a:xfrm>
            <a:off x="7730945" y="3587647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F0BC6B26-5B48-B893-4D4B-1EF6B68CC59F}"/>
              </a:ext>
            </a:extLst>
          </p:cNvPr>
          <p:cNvSpPr/>
          <p:nvPr/>
        </p:nvSpPr>
        <p:spPr>
          <a:xfrm>
            <a:off x="802614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39DF0DF4-DE2F-21B7-6F0D-1E2B1EB95B74}"/>
              </a:ext>
            </a:extLst>
          </p:cNvPr>
          <p:cNvSpPr/>
          <p:nvPr/>
        </p:nvSpPr>
        <p:spPr>
          <a:xfrm>
            <a:off x="8256725" y="3587647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F252830F-0AC8-08C9-5110-10F3850D54FD}"/>
              </a:ext>
            </a:extLst>
          </p:cNvPr>
          <p:cNvSpPr/>
          <p:nvPr/>
        </p:nvSpPr>
        <p:spPr>
          <a:xfrm>
            <a:off x="8551926" y="3587647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D3C16A55-03DE-8DAA-FE5B-E8D1365DF87C}"/>
              </a:ext>
            </a:extLst>
          </p:cNvPr>
          <p:cNvSpPr txBox="1"/>
          <p:nvPr/>
        </p:nvSpPr>
        <p:spPr>
          <a:xfrm>
            <a:off x="4553712" y="378698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32</a:t>
            </a: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11879395-6278-E6C7-C5BD-7FB2ADC74C15}"/>
              </a:ext>
            </a:extLst>
          </p:cNvPr>
          <p:cNvSpPr/>
          <p:nvPr/>
        </p:nvSpPr>
        <p:spPr>
          <a:xfrm>
            <a:off x="5660135" y="3782415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11063A99-608B-EA14-3C60-B0F6BA629C4D}"/>
              </a:ext>
            </a:extLst>
          </p:cNvPr>
          <p:cNvSpPr/>
          <p:nvPr/>
        </p:nvSpPr>
        <p:spPr>
          <a:xfrm>
            <a:off x="5923024" y="3782415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B7954F69-4823-5E7E-B8C6-7CE11A47C000}"/>
              </a:ext>
            </a:extLst>
          </p:cNvPr>
          <p:cNvSpPr/>
          <p:nvPr/>
        </p:nvSpPr>
        <p:spPr>
          <a:xfrm>
            <a:off x="618591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A0E217FA-717E-923C-32CF-E1BC27CC5922}"/>
              </a:ext>
            </a:extLst>
          </p:cNvPr>
          <p:cNvSpPr/>
          <p:nvPr/>
        </p:nvSpPr>
        <p:spPr>
          <a:xfrm>
            <a:off x="6427828" y="3782415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3B2AB91F-AF83-3282-CA67-4E0081B4514A}"/>
              </a:ext>
            </a:extLst>
          </p:cNvPr>
          <p:cNvSpPr/>
          <p:nvPr/>
        </p:nvSpPr>
        <p:spPr>
          <a:xfrm>
            <a:off x="6711696" y="3782415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BB0B2D21-831B-B999-93FC-0B9580E5DD50}"/>
              </a:ext>
            </a:extLst>
          </p:cNvPr>
          <p:cNvSpPr/>
          <p:nvPr/>
        </p:nvSpPr>
        <p:spPr>
          <a:xfrm>
            <a:off x="6956298" y="3782415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2AE758EB-CC7A-9694-8812-94965856B38B}"/>
              </a:ext>
            </a:extLst>
          </p:cNvPr>
          <p:cNvSpPr/>
          <p:nvPr/>
        </p:nvSpPr>
        <p:spPr>
          <a:xfrm>
            <a:off x="7205164" y="378241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1ED3DD63-4FD6-73E2-2AE6-E85E280EFA90}"/>
              </a:ext>
            </a:extLst>
          </p:cNvPr>
          <p:cNvSpPr/>
          <p:nvPr/>
        </p:nvSpPr>
        <p:spPr>
          <a:xfrm>
            <a:off x="7500365" y="378241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D8A8F278-DD50-2328-22DA-F9FE6AC9CF97}"/>
              </a:ext>
            </a:extLst>
          </p:cNvPr>
          <p:cNvSpPr/>
          <p:nvPr/>
        </p:nvSpPr>
        <p:spPr>
          <a:xfrm>
            <a:off x="7730945" y="378241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8344DAFD-415A-B840-94F2-8E7422D59A4A}"/>
              </a:ext>
            </a:extLst>
          </p:cNvPr>
          <p:cNvSpPr/>
          <p:nvPr/>
        </p:nvSpPr>
        <p:spPr>
          <a:xfrm>
            <a:off x="802614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A70B82C6-D7A8-FD88-7A1D-5A611F73A945}"/>
              </a:ext>
            </a:extLst>
          </p:cNvPr>
          <p:cNvSpPr/>
          <p:nvPr/>
        </p:nvSpPr>
        <p:spPr>
          <a:xfrm>
            <a:off x="8256725" y="378241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9B460A40-B3E3-AA2B-7644-7943ABB3E11B}"/>
              </a:ext>
            </a:extLst>
          </p:cNvPr>
          <p:cNvSpPr/>
          <p:nvPr/>
        </p:nvSpPr>
        <p:spPr>
          <a:xfrm>
            <a:off x="8551926" y="378241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AEFF0D62-DF51-2C76-10D1-9AC385DFA4F0}"/>
              </a:ext>
            </a:extLst>
          </p:cNvPr>
          <p:cNvSpPr txBox="1"/>
          <p:nvPr/>
        </p:nvSpPr>
        <p:spPr>
          <a:xfrm>
            <a:off x="4553712" y="398175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16 × 64</a:t>
            </a: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F0D996B1-F734-436E-36C8-03BB42DFD119}"/>
              </a:ext>
            </a:extLst>
          </p:cNvPr>
          <p:cNvSpPr/>
          <p:nvPr/>
        </p:nvSpPr>
        <p:spPr>
          <a:xfrm>
            <a:off x="5660135" y="397718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D6C75769-881B-68AC-B9F6-21BA7A0EBC27}"/>
              </a:ext>
            </a:extLst>
          </p:cNvPr>
          <p:cNvSpPr/>
          <p:nvPr/>
        </p:nvSpPr>
        <p:spPr>
          <a:xfrm>
            <a:off x="5923024" y="397718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1371FA17-1672-6AE5-3C6C-2E04F8E7923A}"/>
              </a:ext>
            </a:extLst>
          </p:cNvPr>
          <p:cNvSpPr/>
          <p:nvPr/>
        </p:nvSpPr>
        <p:spPr>
          <a:xfrm>
            <a:off x="618591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DEAF67E9-4744-612A-191C-45E5E8B963B7}"/>
              </a:ext>
            </a:extLst>
          </p:cNvPr>
          <p:cNvSpPr/>
          <p:nvPr/>
        </p:nvSpPr>
        <p:spPr>
          <a:xfrm>
            <a:off x="6427828" y="397718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D868AA1B-F973-B5B2-3236-58A82B5FA763}"/>
              </a:ext>
            </a:extLst>
          </p:cNvPr>
          <p:cNvSpPr/>
          <p:nvPr/>
        </p:nvSpPr>
        <p:spPr>
          <a:xfrm>
            <a:off x="6711696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493F4DF9-F323-2A75-EED2-AB3FD46E45BD}"/>
              </a:ext>
            </a:extLst>
          </p:cNvPr>
          <p:cNvSpPr/>
          <p:nvPr/>
        </p:nvSpPr>
        <p:spPr>
          <a:xfrm>
            <a:off x="6956298" y="3977182"/>
            <a:ext cx="262890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ectangle 974">
            <a:extLst>
              <a:ext uri="{FF2B5EF4-FFF2-40B4-BE49-F238E27FC236}">
                <a16:creationId xmlns:a16="http://schemas.microsoft.com/office/drawing/2014/main" id="{2DFECD24-D0CA-5ED2-198C-6C4792C6AF0F}"/>
              </a:ext>
            </a:extLst>
          </p:cNvPr>
          <p:cNvSpPr/>
          <p:nvPr/>
        </p:nvSpPr>
        <p:spPr>
          <a:xfrm>
            <a:off x="7205164" y="397718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6917E9C9-5979-977A-2C5F-4CFC33AB8691}"/>
              </a:ext>
            </a:extLst>
          </p:cNvPr>
          <p:cNvSpPr/>
          <p:nvPr/>
        </p:nvSpPr>
        <p:spPr>
          <a:xfrm>
            <a:off x="7500365" y="397718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9" name="Rectangle 978">
            <a:extLst>
              <a:ext uri="{FF2B5EF4-FFF2-40B4-BE49-F238E27FC236}">
                <a16:creationId xmlns:a16="http://schemas.microsoft.com/office/drawing/2014/main" id="{338B4AE9-D110-AAD4-3D03-35AFB4215393}"/>
              </a:ext>
            </a:extLst>
          </p:cNvPr>
          <p:cNvSpPr/>
          <p:nvPr/>
        </p:nvSpPr>
        <p:spPr>
          <a:xfrm>
            <a:off x="7730945" y="3977182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43F68FEA-8B17-DB76-8BE0-8D5BFE73B02F}"/>
              </a:ext>
            </a:extLst>
          </p:cNvPr>
          <p:cNvSpPr/>
          <p:nvPr/>
        </p:nvSpPr>
        <p:spPr>
          <a:xfrm>
            <a:off x="802614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DB6227A6-84B6-C718-9710-23AEB8BE4F86}"/>
              </a:ext>
            </a:extLst>
          </p:cNvPr>
          <p:cNvSpPr/>
          <p:nvPr/>
        </p:nvSpPr>
        <p:spPr>
          <a:xfrm>
            <a:off x="8256725" y="397718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5D98CE25-560A-5420-58F0-F4FB7896E6DC}"/>
              </a:ext>
            </a:extLst>
          </p:cNvPr>
          <p:cNvSpPr/>
          <p:nvPr/>
        </p:nvSpPr>
        <p:spPr>
          <a:xfrm>
            <a:off x="8551926" y="397718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7" name="TextBox 986">
            <a:extLst>
              <a:ext uri="{FF2B5EF4-FFF2-40B4-BE49-F238E27FC236}">
                <a16:creationId xmlns:a16="http://schemas.microsoft.com/office/drawing/2014/main" id="{3BAF92D1-315B-6919-CE68-FA13FE10E330}"/>
              </a:ext>
            </a:extLst>
          </p:cNvPr>
          <p:cNvSpPr txBox="1"/>
          <p:nvPr/>
        </p:nvSpPr>
        <p:spPr>
          <a:xfrm>
            <a:off x="4553712" y="417652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32 × 32</a:t>
            </a:r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09DCF9F9-EB81-D2CE-728C-187A92AE0DEC}"/>
              </a:ext>
            </a:extLst>
          </p:cNvPr>
          <p:cNvSpPr/>
          <p:nvPr/>
        </p:nvSpPr>
        <p:spPr>
          <a:xfrm>
            <a:off x="5660135" y="4171949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2A73D644-DE69-00D5-1AB0-EC3B915BF7B3}"/>
              </a:ext>
            </a:extLst>
          </p:cNvPr>
          <p:cNvSpPr/>
          <p:nvPr/>
        </p:nvSpPr>
        <p:spPr>
          <a:xfrm>
            <a:off x="5923024" y="4171949"/>
            <a:ext cx="26558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F6352F4A-6AE8-C409-8C41-D79A624133AE}"/>
              </a:ext>
            </a:extLst>
          </p:cNvPr>
          <p:cNvSpPr/>
          <p:nvPr/>
        </p:nvSpPr>
        <p:spPr>
          <a:xfrm>
            <a:off x="618591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52BE55A8-7938-5AA7-544C-23CBEFF37EC9}"/>
              </a:ext>
            </a:extLst>
          </p:cNvPr>
          <p:cNvSpPr/>
          <p:nvPr/>
        </p:nvSpPr>
        <p:spPr>
          <a:xfrm>
            <a:off x="6427828" y="4171949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A0051EDC-D62C-0A6A-47F7-EBB1B3795376}"/>
              </a:ext>
            </a:extLst>
          </p:cNvPr>
          <p:cNvSpPr/>
          <p:nvPr/>
        </p:nvSpPr>
        <p:spPr>
          <a:xfrm>
            <a:off x="6711696" y="4171949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D0111DEF-6D6F-EA80-F636-7D008DB12394}"/>
              </a:ext>
            </a:extLst>
          </p:cNvPr>
          <p:cNvSpPr/>
          <p:nvPr/>
        </p:nvSpPr>
        <p:spPr>
          <a:xfrm>
            <a:off x="6956298" y="417194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B232EBD1-AF36-1961-8404-A11CFA281CB0}"/>
              </a:ext>
            </a:extLst>
          </p:cNvPr>
          <p:cNvSpPr/>
          <p:nvPr/>
        </p:nvSpPr>
        <p:spPr>
          <a:xfrm>
            <a:off x="7205164" y="417194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7E56072B-F29D-CC0E-0287-BE13D1A3A43A}"/>
              </a:ext>
            </a:extLst>
          </p:cNvPr>
          <p:cNvSpPr/>
          <p:nvPr/>
        </p:nvSpPr>
        <p:spPr>
          <a:xfrm>
            <a:off x="7500365" y="417194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0DA57D53-CF83-FD9A-7D72-53809304AD2B}"/>
              </a:ext>
            </a:extLst>
          </p:cNvPr>
          <p:cNvSpPr/>
          <p:nvPr/>
        </p:nvSpPr>
        <p:spPr>
          <a:xfrm>
            <a:off x="7730945" y="417194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B58AA58C-B845-FEB7-D780-3A564E8E6753}"/>
              </a:ext>
            </a:extLst>
          </p:cNvPr>
          <p:cNvSpPr/>
          <p:nvPr/>
        </p:nvSpPr>
        <p:spPr>
          <a:xfrm>
            <a:off x="802614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EA5285C-04FA-0DAA-D2C7-68AB7BFA894A}"/>
              </a:ext>
            </a:extLst>
          </p:cNvPr>
          <p:cNvSpPr/>
          <p:nvPr/>
        </p:nvSpPr>
        <p:spPr>
          <a:xfrm>
            <a:off x="8256725" y="417194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69BB00D7-4AA9-7AF6-058C-E7F489E0B42F}"/>
              </a:ext>
            </a:extLst>
          </p:cNvPr>
          <p:cNvSpPr/>
          <p:nvPr/>
        </p:nvSpPr>
        <p:spPr>
          <a:xfrm>
            <a:off x="8551926" y="417194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9866BA9B-4E61-14D7-F4FB-83D51C8B2DDD}"/>
              </a:ext>
            </a:extLst>
          </p:cNvPr>
          <p:cNvSpPr txBox="1"/>
          <p:nvPr/>
        </p:nvSpPr>
        <p:spPr>
          <a:xfrm>
            <a:off x="4553712" y="5156098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27 × 27</a:t>
            </a: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186514CC-EE26-7427-8D41-526F335F56B9}"/>
              </a:ext>
            </a:extLst>
          </p:cNvPr>
          <p:cNvSpPr/>
          <p:nvPr/>
        </p:nvSpPr>
        <p:spPr>
          <a:xfrm>
            <a:off x="5660135" y="5151733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6B860C7B-E92F-E648-44BC-2063AC9834FE}"/>
              </a:ext>
            </a:extLst>
          </p:cNvPr>
          <p:cNvSpPr/>
          <p:nvPr/>
        </p:nvSpPr>
        <p:spPr>
          <a:xfrm>
            <a:off x="5923024" y="5151733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04EC2060-32E1-1F04-7B61-F657205ACAC5}"/>
              </a:ext>
            </a:extLst>
          </p:cNvPr>
          <p:cNvSpPr/>
          <p:nvPr/>
        </p:nvSpPr>
        <p:spPr>
          <a:xfrm>
            <a:off x="618591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F17907F9-DC35-34C7-C61C-A5CE884A2AFD}"/>
              </a:ext>
            </a:extLst>
          </p:cNvPr>
          <p:cNvSpPr/>
          <p:nvPr/>
        </p:nvSpPr>
        <p:spPr>
          <a:xfrm>
            <a:off x="6427828" y="5151733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1B1FF1BC-D702-442B-15BE-16716AE03DED}"/>
              </a:ext>
            </a:extLst>
          </p:cNvPr>
          <p:cNvSpPr/>
          <p:nvPr/>
        </p:nvSpPr>
        <p:spPr>
          <a:xfrm>
            <a:off x="671169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536D851A-A7FD-67D5-A30D-A2B0DABE9256}"/>
              </a:ext>
            </a:extLst>
          </p:cNvPr>
          <p:cNvSpPr/>
          <p:nvPr/>
        </p:nvSpPr>
        <p:spPr>
          <a:xfrm>
            <a:off x="6956298" y="5151733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90231336-3961-E23F-AAD2-9A60D6ADB864}"/>
              </a:ext>
            </a:extLst>
          </p:cNvPr>
          <p:cNvSpPr/>
          <p:nvPr/>
        </p:nvSpPr>
        <p:spPr>
          <a:xfrm>
            <a:off x="7205164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20ECE22A-82A4-1830-8A9A-61C3203DBBFA}"/>
              </a:ext>
            </a:extLst>
          </p:cNvPr>
          <p:cNvSpPr/>
          <p:nvPr/>
        </p:nvSpPr>
        <p:spPr>
          <a:xfrm>
            <a:off x="7500365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2127A22-331E-3439-E9CA-FF6DF0D189D3}"/>
              </a:ext>
            </a:extLst>
          </p:cNvPr>
          <p:cNvSpPr/>
          <p:nvPr/>
        </p:nvSpPr>
        <p:spPr>
          <a:xfrm>
            <a:off x="7730945" y="5151733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655B475-87E1-7E8A-0260-F2AFCC27DCF5}"/>
              </a:ext>
            </a:extLst>
          </p:cNvPr>
          <p:cNvSpPr/>
          <p:nvPr/>
        </p:nvSpPr>
        <p:spPr>
          <a:xfrm>
            <a:off x="8026146" y="5151733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B945B73-6AF4-915B-E2B4-CAA35717A640}"/>
              </a:ext>
            </a:extLst>
          </p:cNvPr>
          <p:cNvSpPr/>
          <p:nvPr/>
        </p:nvSpPr>
        <p:spPr>
          <a:xfrm>
            <a:off x="8256725" y="5151733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1C205BA-0C27-E1AC-27F4-B7E92AD34A65}"/>
              </a:ext>
            </a:extLst>
          </p:cNvPr>
          <p:cNvSpPr/>
          <p:nvPr/>
        </p:nvSpPr>
        <p:spPr>
          <a:xfrm>
            <a:off x="8551926" y="515252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3B6A1A3-5214-2468-B5A5-6A21DA64E24A}"/>
              </a:ext>
            </a:extLst>
          </p:cNvPr>
          <p:cNvSpPr/>
          <p:nvPr/>
        </p:nvSpPr>
        <p:spPr>
          <a:xfrm>
            <a:off x="4680204" y="2632098"/>
            <a:ext cx="27432" cy="2664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07B2D5EF-5C75-B2F3-2C18-17815782038F}"/>
              </a:ext>
            </a:extLst>
          </p:cNvPr>
          <p:cNvSpPr txBox="1"/>
          <p:nvPr/>
        </p:nvSpPr>
        <p:spPr>
          <a:xfrm>
            <a:off x="4553712" y="536514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8×8×8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55E14A23-56E1-3DDF-F6E8-D3E676582662}"/>
              </a:ext>
            </a:extLst>
          </p:cNvPr>
          <p:cNvSpPr/>
          <p:nvPr/>
        </p:nvSpPr>
        <p:spPr>
          <a:xfrm>
            <a:off x="5660135" y="5346500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5F5C65FF-746C-2313-DFCC-04C79DA95409}"/>
              </a:ext>
            </a:extLst>
          </p:cNvPr>
          <p:cNvSpPr/>
          <p:nvPr/>
        </p:nvSpPr>
        <p:spPr>
          <a:xfrm>
            <a:off x="5923024" y="5346500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B827E457-6882-C563-4B80-10EF617BC858}"/>
              </a:ext>
            </a:extLst>
          </p:cNvPr>
          <p:cNvSpPr/>
          <p:nvPr/>
        </p:nvSpPr>
        <p:spPr>
          <a:xfrm>
            <a:off x="618591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CA360D6C-84A2-E6BA-FA54-FBE2A10C5878}"/>
              </a:ext>
            </a:extLst>
          </p:cNvPr>
          <p:cNvSpPr/>
          <p:nvPr/>
        </p:nvSpPr>
        <p:spPr>
          <a:xfrm>
            <a:off x="6427828" y="5346500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B87A23E-51D9-38F4-F997-4B53385545E3}"/>
              </a:ext>
            </a:extLst>
          </p:cNvPr>
          <p:cNvSpPr/>
          <p:nvPr/>
        </p:nvSpPr>
        <p:spPr>
          <a:xfrm>
            <a:off x="6711696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9C4BD74-6568-CFCC-078B-5C9DA241617E}"/>
              </a:ext>
            </a:extLst>
          </p:cNvPr>
          <p:cNvSpPr/>
          <p:nvPr/>
        </p:nvSpPr>
        <p:spPr>
          <a:xfrm>
            <a:off x="6956298" y="5346500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FDE8AE58-09F3-BF6A-6421-FF191D491757}"/>
              </a:ext>
            </a:extLst>
          </p:cNvPr>
          <p:cNvSpPr/>
          <p:nvPr/>
        </p:nvSpPr>
        <p:spPr>
          <a:xfrm>
            <a:off x="7205164" y="5346500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7C1CF84E-7A34-A516-5105-D855DEEDE757}"/>
              </a:ext>
            </a:extLst>
          </p:cNvPr>
          <p:cNvSpPr/>
          <p:nvPr/>
        </p:nvSpPr>
        <p:spPr>
          <a:xfrm>
            <a:off x="7500365" y="5346500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4EF98375-1B36-FBBB-611E-C615B924249A}"/>
              </a:ext>
            </a:extLst>
          </p:cNvPr>
          <p:cNvSpPr/>
          <p:nvPr/>
        </p:nvSpPr>
        <p:spPr>
          <a:xfrm>
            <a:off x="7730945" y="5346500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D9B35C4E-657B-2C26-F1D1-C260C24E6D5E}"/>
              </a:ext>
            </a:extLst>
          </p:cNvPr>
          <p:cNvSpPr/>
          <p:nvPr/>
        </p:nvSpPr>
        <p:spPr>
          <a:xfrm>
            <a:off x="8026146" y="5346500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C210FC9-85EF-7C8A-46E9-D56A8FF83D6F}"/>
              </a:ext>
            </a:extLst>
          </p:cNvPr>
          <p:cNvSpPr/>
          <p:nvPr/>
        </p:nvSpPr>
        <p:spPr>
          <a:xfrm>
            <a:off x="8256725" y="5346500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FBDD879-AD32-828B-C6BA-3044820DA1BF}"/>
              </a:ext>
            </a:extLst>
          </p:cNvPr>
          <p:cNvSpPr/>
          <p:nvPr/>
        </p:nvSpPr>
        <p:spPr>
          <a:xfrm>
            <a:off x="8551926" y="534729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D0F55514-9905-AFC2-FD7A-359156B519B5}"/>
              </a:ext>
            </a:extLst>
          </p:cNvPr>
          <p:cNvSpPr txBox="1"/>
          <p:nvPr/>
        </p:nvSpPr>
        <p:spPr>
          <a:xfrm>
            <a:off x="4556402" y="5557169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16×16×16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054D2174-9680-B534-4A11-91ED6F319B13}"/>
              </a:ext>
            </a:extLst>
          </p:cNvPr>
          <p:cNvSpPr/>
          <p:nvPr/>
        </p:nvSpPr>
        <p:spPr>
          <a:xfrm>
            <a:off x="5660135" y="5541268"/>
            <a:ext cx="265579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9235986F-066C-ED42-5C0D-B4AF157639ED}"/>
              </a:ext>
            </a:extLst>
          </p:cNvPr>
          <p:cNvSpPr/>
          <p:nvPr/>
        </p:nvSpPr>
        <p:spPr>
          <a:xfrm>
            <a:off x="5923024" y="5541268"/>
            <a:ext cx="262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B6BA3BD3-C5C0-EACE-92F7-26F6EB7D3BEC}"/>
              </a:ext>
            </a:extLst>
          </p:cNvPr>
          <p:cNvSpPr/>
          <p:nvPr/>
        </p:nvSpPr>
        <p:spPr>
          <a:xfrm>
            <a:off x="618591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D975085D-EB10-64F6-191B-801FB62F5CE4}"/>
              </a:ext>
            </a:extLst>
          </p:cNvPr>
          <p:cNvSpPr/>
          <p:nvPr/>
        </p:nvSpPr>
        <p:spPr>
          <a:xfrm>
            <a:off x="6427828" y="5541268"/>
            <a:ext cx="283868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ACB63FA8-1B16-EEAE-1EE7-57D21E291C8C}"/>
              </a:ext>
            </a:extLst>
          </p:cNvPr>
          <p:cNvSpPr/>
          <p:nvPr/>
        </p:nvSpPr>
        <p:spPr>
          <a:xfrm>
            <a:off x="6711696" y="5541268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BE9DA2F5-53AC-28E1-06CE-2EDD0FA4C24D}"/>
              </a:ext>
            </a:extLst>
          </p:cNvPr>
          <p:cNvSpPr/>
          <p:nvPr/>
        </p:nvSpPr>
        <p:spPr>
          <a:xfrm>
            <a:off x="6956298" y="5541268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7FC4B6B9-E35E-4DA8-B77A-27E9F4CE4C2F}"/>
              </a:ext>
            </a:extLst>
          </p:cNvPr>
          <p:cNvSpPr/>
          <p:nvPr/>
        </p:nvSpPr>
        <p:spPr>
          <a:xfrm>
            <a:off x="7205164" y="5541268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433B50EE-194A-26A8-7189-9CF7D762146E}"/>
              </a:ext>
            </a:extLst>
          </p:cNvPr>
          <p:cNvSpPr/>
          <p:nvPr/>
        </p:nvSpPr>
        <p:spPr>
          <a:xfrm>
            <a:off x="7500365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FD028AEA-1284-6340-3CC0-C3BF5FDEBACE}"/>
              </a:ext>
            </a:extLst>
          </p:cNvPr>
          <p:cNvSpPr/>
          <p:nvPr/>
        </p:nvSpPr>
        <p:spPr>
          <a:xfrm>
            <a:off x="7730945" y="5541268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0B72112-3BCF-8B8D-F7D1-C2ABE86D6109}"/>
              </a:ext>
            </a:extLst>
          </p:cNvPr>
          <p:cNvSpPr/>
          <p:nvPr/>
        </p:nvSpPr>
        <p:spPr>
          <a:xfrm>
            <a:off x="8026146" y="5541268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BBE666D6-8840-F55C-1E79-099EED1F1196}"/>
              </a:ext>
            </a:extLst>
          </p:cNvPr>
          <p:cNvSpPr/>
          <p:nvPr/>
        </p:nvSpPr>
        <p:spPr>
          <a:xfrm>
            <a:off x="8256725" y="5541268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D6BB23CB-CF8F-9FA1-16CF-0809F31B093E}"/>
              </a:ext>
            </a:extLst>
          </p:cNvPr>
          <p:cNvSpPr/>
          <p:nvPr/>
        </p:nvSpPr>
        <p:spPr>
          <a:xfrm>
            <a:off x="8551926" y="5542063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D12688C0-47CB-A56E-A1FD-A22A0F5883CF}"/>
              </a:ext>
            </a:extLst>
          </p:cNvPr>
          <p:cNvSpPr/>
          <p:nvPr/>
        </p:nvSpPr>
        <p:spPr>
          <a:xfrm>
            <a:off x="4680204" y="5348122"/>
            <a:ext cx="27432" cy="33467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4231B155-FD2B-D198-E5A1-5CB7D2EE0608}"/>
              </a:ext>
            </a:extLst>
          </p:cNvPr>
          <p:cNvSpPr txBox="1"/>
          <p:nvPr/>
        </p:nvSpPr>
        <p:spPr>
          <a:xfrm>
            <a:off x="4556402" y="4373117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200 Gb/s</a:t>
            </a: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24ECA307-80A6-0CEB-E24B-CFE6BA575100}"/>
              </a:ext>
            </a:extLst>
          </p:cNvPr>
          <p:cNvSpPr/>
          <p:nvPr/>
        </p:nvSpPr>
        <p:spPr>
          <a:xfrm>
            <a:off x="5662825" y="4368545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3AE350F6-1CB3-570E-F8FB-7A2B38B89D35}"/>
              </a:ext>
            </a:extLst>
          </p:cNvPr>
          <p:cNvSpPr/>
          <p:nvPr/>
        </p:nvSpPr>
        <p:spPr>
          <a:xfrm>
            <a:off x="5925714" y="4368545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565FAEF6-A7BA-CD65-4434-8D7727EFE870}"/>
              </a:ext>
            </a:extLst>
          </p:cNvPr>
          <p:cNvSpPr/>
          <p:nvPr/>
        </p:nvSpPr>
        <p:spPr>
          <a:xfrm>
            <a:off x="618860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EDAD0DF3-067F-A016-6708-5A0A37F8580F}"/>
              </a:ext>
            </a:extLst>
          </p:cNvPr>
          <p:cNvSpPr/>
          <p:nvPr/>
        </p:nvSpPr>
        <p:spPr>
          <a:xfrm>
            <a:off x="6430518" y="4368545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B565F1D6-3BF0-D82D-C3B7-EC31DC4DED59}"/>
              </a:ext>
            </a:extLst>
          </p:cNvPr>
          <p:cNvSpPr/>
          <p:nvPr/>
        </p:nvSpPr>
        <p:spPr>
          <a:xfrm>
            <a:off x="6714386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7C53037C-3E13-D02F-4397-FE223B4E8953}"/>
              </a:ext>
            </a:extLst>
          </p:cNvPr>
          <p:cNvSpPr/>
          <p:nvPr/>
        </p:nvSpPr>
        <p:spPr>
          <a:xfrm>
            <a:off x="6958988" y="4368545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1EBB0D1A-34CA-09D4-AB4B-5507E8E5FDD9}"/>
              </a:ext>
            </a:extLst>
          </p:cNvPr>
          <p:cNvSpPr/>
          <p:nvPr/>
        </p:nvSpPr>
        <p:spPr>
          <a:xfrm>
            <a:off x="7207854" y="4368545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6DAC67CA-3CE8-C828-B737-B983A1407339}"/>
              </a:ext>
            </a:extLst>
          </p:cNvPr>
          <p:cNvSpPr/>
          <p:nvPr/>
        </p:nvSpPr>
        <p:spPr>
          <a:xfrm>
            <a:off x="7503055" y="4368545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733B5965-885E-93EA-8911-1725B174FF3A}"/>
              </a:ext>
            </a:extLst>
          </p:cNvPr>
          <p:cNvSpPr/>
          <p:nvPr/>
        </p:nvSpPr>
        <p:spPr>
          <a:xfrm>
            <a:off x="7733635" y="4368545"/>
            <a:ext cx="29789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C27AC17E-1648-6479-2A0D-51E19F1EE8CB}"/>
              </a:ext>
            </a:extLst>
          </p:cNvPr>
          <p:cNvSpPr/>
          <p:nvPr/>
        </p:nvSpPr>
        <p:spPr>
          <a:xfrm>
            <a:off x="802883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374B73C2-8703-3F4A-193D-CC4E0D6B86A8}"/>
              </a:ext>
            </a:extLst>
          </p:cNvPr>
          <p:cNvSpPr/>
          <p:nvPr/>
        </p:nvSpPr>
        <p:spPr>
          <a:xfrm>
            <a:off x="8259415" y="4368545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9A817DA7-71C5-9A1E-A637-CFDFA8A7611A}"/>
              </a:ext>
            </a:extLst>
          </p:cNvPr>
          <p:cNvSpPr/>
          <p:nvPr/>
        </p:nvSpPr>
        <p:spPr>
          <a:xfrm>
            <a:off x="8554616" y="4368545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55F39A2-DBB2-9226-D9F8-FA1ADD893F2C}"/>
              </a:ext>
            </a:extLst>
          </p:cNvPr>
          <p:cNvSpPr txBox="1"/>
          <p:nvPr/>
        </p:nvSpPr>
        <p:spPr>
          <a:xfrm>
            <a:off x="4556402" y="4567884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800 Gb/s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437929AD-652E-9A3A-90B1-602FF73CC010}"/>
              </a:ext>
            </a:extLst>
          </p:cNvPr>
          <p:cNvSpPr/>
          <p:nvPr/>
        </p:nvSpPr>
        <p:spPr>
          <a:xfrm>
            <a:off x="5662825" y="4563312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BE2ACBB9-0E00-7F79-429D-5A325641ECED}"/>
              </a:ext>
            </a:extLst>
          </p:cNvPr>
          <p:cNvSpPr/>
          <p:nvPr/>
        </p:nvSpPr>
        <p:spPr>
          <a:xfrm>
            <a:off x="5925714" y="4563312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A5E83E0F-3B0F-8247-B534-08A6AFD41828}"/>
              </a:ext>
            </a:extLst>
          </p:cNvPr>
          <p:cNvSpPr/>
          <p:nvPr/>
        </p:nvSpPr>
        <p:spPr>
          <a:xfrm>
            <a:off x="618860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77BBFD6-C329-90C7-E357-C6DA638FFDC3}"/>
              </a:ext>
            </a:extLst>
          </p:cNvPr>
          <p:cNvSpPr/>
          <p:nvPr/>
        </p:nvSpPr>
        <p:spPr>
          <a:xfrm>
            <a:off x="6430518" y="4563312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406ADFE6-E57F-95C3-51A5-8AE9960D254C}"/>
              </a:ext>
            </a:extLst>
          </p:cNvPr>
          <p:cNvSpPr/>
          <p:nvPr/>
        </p:nvSpPr>
        <p:spPr>
          <a:xfrm>
            <a:off x="6714386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1A874D54-7090-CC8D-3088-AFFBFF3A3373}"/>
              </a:ext>
            </a:extLst>
          </p:cNvPr>
          <p:cNvSpPr/>
          <p:nvPr/>
        </p:nvSpPr>
        <p:spPr>
          <a:xfrm>
            <a:off x="6958988" y="4563312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961CCADA-47F6-29EE-1452-0785B76A138A}"/>
              </a:ext>
            </a:extLst>
          </p:cNvPr>
          <p:cNvSpPr/>
          <p:nvPr/>
        </p:nvSpPr>
        <p:spPr>
          <a:xfrm>
            <a:off x="7207854" y="4563312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CBAD0731-372F-95E2-6B9C-2D3CEA5DE2E7}"/>
              </a:ext>
            </a:extLst>
          </p:cNvPr>
          <p:cNvSpPr/>
          <p:nvPr/>
        </p:nvSpPr>
        <p:spPr>
          <a:xfrm>
            <a:off x="7503055" y="4563312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7420A694-81B6-E854-0CF2-E7AD7AECAC10}"/>
              </a:ext>
            </a:extLst>
          </p:cNvPr>
          <p:cNvSpPr/>
          <p:nvPr/>
        </p:nvSpPr>
        <p:spPr>
          <a:xfrm>
            <a:off x="7733635" y="4563312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CE3C99C6-58AA-13B0-5965-59799FA4ED36}"/>
              </a:ext>
            </a:extLst>
          </p:cNvPr>
          <p:cNvSpPr/>
          <p:nvPr/>
        </p:nvSpPr>
        <p:spPr>
          <a:xfrm>
            <a:off x="8028836" y="4563312"/>
            <a:ext cx="244602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B96F2123-AE1F-5A31-6E73-BA2BB2D2ACDC}"/>
              </a:ext>
            </a:extLst>
          </p:cNvPr>
          <p:cNvSpPr/>
          <p:nvPr/>
        </p:nvSpPr>
        <p:spPr>
          <a:xfrm>
            <a:off x="8259415" y="4563312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FE7C0E26-CF63-2FA9-3D11-2614A3063B0D}"/>
              </a:ext>
            </a:extLst>
          </p:cNvPr>
          <p:cNvSpPr/>
          <p:nvPr/>
        </p:nvSpPr>
        <p:spPr>
          <a:xfrm>
            <a:off x="8554616" y="4563312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1343090-0954-5344-E4A2-DBEAFDC2C256}"/>
              </a:ext>
            </a:extLst>
          </p:cNvPr>
          <p:cNvSpPr txBox="1"/>
          <p:nvPr/>
        </p:nvSpPr>
        <p:spPr>
          <a:xfrm>
            <a:off x="4556402" y="4762651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1.6 Tb/s</a:t>
            </a:r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ACBFA7D6-DAF7-C39A-2ED0-FCC3A148E5C1}"/>
              </a:ext>
            </a:extLst>
          </p:cNvPr>
          <p:cNvSpPr/>
          <p:nvPr/>
        </p:nvSpPr>
        <p:spPr>
          <a:xfrm>
            <a:off x="5662825" y="4758079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Rectangle 1154">
            <a:extLst>
              <a:ext uri="{FF2B5EF4-FFF2-40B4-BE49-F238E27FC236}">
                <a16:creationId xmlns:a16="http://schemas.microsoft.com/office/drawing/2014/main" id="{1851FBAD-E3A6-C819-2777-94F1FD5342D4}"/>
              </a:ext>
            </a:extLst>
          </p:cNvPr>
          <p:cNvSpPr/>
          <p:nvPr/>
        </p:nvSpPr>
        <p:spPr>
          <a:xfrm>
            <a:off x="5925714" y="4758079"/>
            <a:ext cx="26558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D860673D-9C17-21FB-5E62-B4CE91166A08}"/>
              </a:ext>
            </a:extLst>
          </p:cNvPr>
          <p:cNvSpPr/>
          <p:nvPr/>
        </p:nvSpPr>
        <p:spPr>
          <a:xfrm>
            <a:off x="618860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Rectangle 1158">
            <a:extLst>
              <a:ext uri="{FF2B5EF4-FFF2-40B4-BE49-F238E27FC236}">
                <a16:creationId xmlns:a16="http://schemas.microsoft.com/office/drawing/2014/main" id="{62B547D2-CD73-C3EF-6594-36168C7B52A4}"/>
              </a:ext>
            </a:extLst>
          </p:cNvPr>
          <p:cNvSpPr/>
          <p:nvPr/>
        </p:nvSpPr>
        <p:spPr>
          <a:xfrm>
            <a:off x="6430518" y="4758079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772C2FB5-D078-6EA2-B1EB-2AD8119C237B}"/>
              </a:ext>
            </a:extLst>
          </p:cNvPr>
          <p:cNvSpPr/>
          <p:nvPr/>
        </p:nvSpPr>
        <p:spPr>
          <a:xfrm>
            <a:off x="671438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4F2B8DD1-592F-9595-E79D-A17C46266B67}"/>
              </a:ext>
            </a:extLst>
          </p:cNvPr>
          <p:cNvSpPr/>
          <p:nvPr/>
        </p:nvSpPr>
        <p:spPr>
          <a:xfrm>
            <a:off x="6958988" y="4758079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CE71A707-9A32-08A7-DF27-CB1ABCC3FC13}"/>
              </a:ext>
            </a:extLst>
          </p:cNvPr>
          <p:cNvSpPr/>
          <p:nvPr/>
        </p:nvSpPr>
        <p:spPr>
          <a:xfrm>
            <a:off x="7207854" y="4758079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Rectangle 1166">
            <a:extLst>
              <a:ext uri="{FF2B5EF4-FFF2-40B4-BE49-F238E27FC236}">
                <a16:creationId xmlns:a16="http://schemas.microsoft.com/office/drawing/2014/main" id="{F0B66179-1F64-1888-CC83-8262A5B9A1BB}"/>
              </a:ext>
            </a:extLst>
          </p:cNvPr>
          <p:cNvSpPr/>
          <p:nvPr/>
        </p:nvSpPr>
        <p:spPr>
          <a:xfrm>
            <a:off x="7503055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Rectangle 1168">
            <a:extLst>
              <a:ext uri="{FF2B5EF4-FFF2-40B4-BE49-F238E27FC236}">
                <a16:creationId xmlns:a16="http://schemas.microsoft.com/office/drawing/2014/main" id="{44EE3C0B-4D65-E154-BD1D-F305210ECD27}"/>
              </a:ext>
            </a:extLst>
          </p:cNvPr>
          <p:cNvSpPr/>
          <p:nvPr/>
        </p:nvSpPr>
        <p:spPr>
          <a:xfrm>
            <a:off x="7733635" y="4758079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Rectangle 1170">
            <a:extLst>
              <a:ext uri="{FF2B5EF4-FFF2-40B4-BE49-F238E27FC236}">
                <a16:creationId xmlns:a16="http://schemas.microsoft.com/office/drawing/2014/main" id="{5B7D1676-CFBB-4AF9-CDCE-166BEBADBE65}"/>
              </a:ext>
            </a:extLst>
          </p:cNvPr>
          <p:cNvSpPr/>
          <p:nvPr/>
        </p:nvSpPr>
        <p:spPr>
          <a:xfrm>
            <a:off x="8028836" y="4758079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617EA4C3-DADF-69B1-F784-2A8E3968052E}"/>
              </a:ext>
            </a:extLst>
          </p:cNvPr>
          <p:cNvSpPr/>
          <p:nvPr/>
        </p:nvSpPr>
        <p:spPr>
          <a:xfrm>
            <a:off x="8259415" y="4758079"/>
            <a:ext cx="295201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C111F669-D0E6-9613-B10C-E6AF8F04E639}"/>
              </a:ext>
            </a:extLst>
          </p:cNvPr>
          <p:cNvSpPr/>
          <p:nvPr/>
        </p:nvSpPr>
        <p:spPr>
          <a:xfrm>
            <a:off x="8554616" y="4758079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A2BD6165-A973-165D-8D91-031DBC4E2B34}"/>
              </a:ext>
            </a:extLst>
          </p:cNvPr>
          <p:cNvSpPr txBox="1"/>
          <p:nvPr/>
        </p:nvSpPr>
        <p:spPr>
          <a:xfrm>
            <a:off x="4553712" y="4964795"/>
            <a:ext cx="9875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3.2 Tb/s</a:t>
            </a:r>
          </a:p>
        </p:txBody>
      </p:sp>
      <p:sp>
        <p:nvSpPr>
          <p:cNvPr id="1179" name="Rectangle 1178">
            <a:extLst>
              <a:ext uri="{FF2B5EF4-FFF2-40B4-BE49-F238E27FC236}">
                <a16:creationId xmlns:a16="http://schemas.microsoft.com/office/drawing/2014/main" id="{8CD5C62A-4AED-FBB6-4EB2-4DCCFC15E719}"/>
              </a:ext>
            </a:extLst>
          </p:cNvPr>
          <p:cNvSpPr/>
          <p:nvPr/>
        </p:nvSpPr>
        <p:spPr>
          <a:xfrm>
            <a:off x="5662825" y="4952846"/>
            <a:ext cx="265579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Rectangle 1180">
            <a:extLst>
              <a:ext uri="{FF2B5EF4-FFF2-40B4-BE49-F238E27FC236}">
                <a16:creationId xmlns:a16="http://schemas.microsoft.com/office/drawing/2014/main" id="{A9E45DEC-B6F3-26EB-9A23-25C4EA6A0E37}"/>
              </a:ext>
            </a:extLst>
          </p:cNvPr>
          <p:cNvSpPr/>
          <p:nvPr/>
        </p:nvSpPr>
        <p:spPr>
          <a:xfrm>
            <a:off x="5925714" y="4952846"/>
            <a:ext cx="262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Rectangle 1182">
            <a:extLst>
              <a:ext uri="{FF2B5EF4-FFF2-40B4-BE49-F238E27FC236}">
                <a16:creationId xmlns:a16="http://schemas.microsoft.com/office/drawing/2014/main" id="{51DF5B0F-CB19-6A7C-2C9A-9ADA075B0B8E}"/>
              </a:ext>
            </a:extLst>
          </p:cNvPr>
          <p:cNvSpPr/>
          <p:nvPr/>
        </p:nvSpPr>
        <p:spPr>
          <a:xfrm>
            <a:off x="618860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3F28E72D-2573-8B0D-AE99-8CFCC110670F}"/>
              </a:ext>
            </a:extLst>
          </p:cNvPr>
          <p:cNvSpPr/>
          <p:nvPr/>
        </p:nvSpPr>
        <p:spPr>
          <a:xfrm>
            <a:off x="6430518" y="4952846"/>
            <a:ext cx="283868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F7E05D17-C758-222B-4BCC-CC534239422F}"/>
              </a:ext>
            </a:extLst>
          </p:cNvPr>
          <p:cNvSpPr/>
          <p:nvPr/>
        </p:nvSpPr>
        <p:spPr>
          <a:xfrm>
            <a:off x="671438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63CFEB10-5094-BCE1-91DC-42913BF1EB03}"/>
              </a:ext>
            </a:extLst>
          </p:cNvPr>
          <p:cNvSpPr/>
          <p:nvPr/>
        </p:nvSpPr>
        <p:spPr>
          <a:xfrm>
            <a:off x="6958988" y="4952846"/>
            <a:ext cx="262890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669B8F3C-9F88-84DB-8903-A062BD5AD6F0}"/>
              </a:ext>
            </a:extLst>
          </p:cNvPr>
          <p:cNvSpPr/>
          <p:nvPr/>
        </p:nvSpPr>
        <p:spPr>
          <a:xfrm>
            <a:off x="7207854" y="4952846"/>
            <a:ext cx="29520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F76E9718-103D-3024-E5D7-CB559B7C90C5}"/>
              </a:ext>
            </a:extLst>
          </p:cNvPr>
          <p:cNvSpPr/>
          <p:nvPr/>
        </p:nvSpPr>
        <p:spPr>
          <a:xfrm>
            <a:off x="7503055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5F7CB9FC-9F22-1674-E249-FD24F889D7E4}"/>
              </a:ext>
            </a:extLst>
          </p:cNvPr>
          <p:cNvSpPr/>
          <p:nvPr/>
        </p:nvSpPr>
        <p:spPr>
          <a:xfrm>
            <a:off x="7733635" y="4952846"/>
            <a:ext cx="297891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32056CE3-AA6B-A64A-9DCC-7DD62EAE213D}"/>
              </a:ext>
            </a:extLst>
          </p:cNvPr>
          <p:cNvSpPr/>
          <p:nvPr/>
        </p:nvSpPr>
        <p:spPr>
          <a:xfrm>
            <a:off x="8028836" y="4952846"/>
            <a:ext cx="244602" cy="176479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32D9B05B-E393-E79C-07B8-9E61D387A002}"/>
              </a:ext>
            </a:extLst>
          </p:cNvPr>
          <p:cNvSpPr/>
          <p:nvPr/>
        </p:nvSpPr>
        <p:spPr>
          <a:xfrm>
            <a:off x="8259415" y="4952846"/>
            <a:ext cx="295201" cy="176479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Rectangle 1200">
            <a:extLst>
              <a:ext uri="{FF2B5EF4-FFF2-40B4-BE49-F238E27FC236}">
                <a16:creationId xmlns:a16="http://schemas.microsoft.com/office/drawing/2014/main" id="{34652257-F067-85EC-D842-11663930884D}"/>
              </a:ext>
            </a:extLst>
          </p:cNvPr>
          <p:cNvSpPr/>
          <p:nvPr/>
        </p:nvSpPr>
        <p:spPr>
          <a:xfrm>
            <a:off x="8554616" y="4952846"/>
            <a:ext cx="244602" cy="176479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3B2A6054-DAF1-C242-3C2B-BF9857CE0E98}"/>
              </a:ext>
            </a:extLst>
          </p:cNvPr>
          <p:cNvSpPr txBox="1"/>
          <p:nvPr/>
        </p:nvSpPr>
        <p:spPr>
          <a:xfrm rot="2700000">
            <a:off x="8733282" y="966215"/>
            <a:ext cx="262890" cy="713232"/>
          </a:xfrm>
          <a:prstGeom prst="rect">
            <a:avLst/>
          </a:prstGeom>
          <a:noFill/>
        </p:spPr>
        <p:txBody>
          <a:bodyPr vert="vert270" wrap="non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Arial"/>
              </a:rPr>
              <a:t>128 MiB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9FFFC5-585A-F8E0-B836-BECBD8884900}"/>
              </a:ext>
            </a:extLst>
          </p:cNvPr>
          <p:cNvSpPr txBox="1"/>
          <p:nvPr/>
        </p:nvSpPr>
        <p:spPr>
          <a:xfrm>
            <a:off x="176083" y="1644868"/>
            <a:ext cx="4083415" cy="3901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AllReduce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dimensionality (3D </a:t>
            </a:r>
            <a:b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4D tori)</a:t>
            </a:r>
          </a:p>
          <a:p>
            <a:pPr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networks/dimension sizes</a:t>
            </a:r>
          </a:p>
          <a:p>
            <a:pPr algn="l"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bandwidth</a:t>
            </a:r>
          </a:p>
          <a:p>
            <a:pPr>
              <a:spcAft>
                <a:spcPts val="900"/>
              </a:spcAft>
            </a:pPr>
            <a:r>
              <a:rPr lang="de-DE" dirty="0">
                <a:solidFill>
                  <a:srgbClr val="1A1A1A">
                    <a:alpha val="2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per-step or per-hop latency</a:t>
            </a: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Power-of-three networks</a:t>
            </a: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latency-sensitive scenarios</a:t>
            </a:r>
            <a:endParaRPr lang="de-DE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900"/>
              </a:spcAft>
            </a:pPr>
            <a:endParaRPr lang="de-DE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F5761B-5FC1-D7E9-DBA8-93CED619CF8D}"/>
              </a:ext>
            </a:extLst>
          </p:cNvPr>
          <p:cNvSpPr/>
          <p:nvPr/>
        </p:nvSpPr>
        <p:spPr>
          <a:xfrm>
            <a:off x="3812568" y="5874266"/>
            <a:ext cx="164592" cy="164592"/>
          </a:xfrm>
          <a:prstGeom prst="rect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CCDF27-8942-3C4B-C47E-F5FA1F9D9B93}"/>
              </a:ext>
            </a:extLst>
          </p:cNvPr>
          <p:cNvSpPr/>
          <p:nvPr/>
        </p:nvSpPr>
        <p:spPr>
          <a:xfrm>
            <a:off x="3806317" y="6233561"/>
            <a:ext cx="164592" cy="164592"/>
          </a:xfrm>
          <a:prstGeom prst="rect">
            <a:avLst/>
          </a:prstGeom>
          <a:pattFill prst="smGrid">
            <a:fgClr>
              <a:srgbClr val="C7464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BBCE5C-A57C-8077-33EE-22C0189C4275}"/>
              </a:ext>
            </a:extLst>
          </p:cNvPr>
          <p:cNvSpPr txBox="1"/>
          <p:nvPr/>
        </p:nvSpPr>
        <p:spPr>
          <a:xfrm>
            <a:off x="4051098" y="5818063"/>
            <a:ext cx="30355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is the fastest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 &gt;10%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DE991-0599-D8C4-52BB-D3B448AE7BA3}"/>
              </a:ext>
            </a:extLst>
          </p:cNvPr>
          <p:cNvSpPr txBox="1"/>
          <p:nvPr/>
        </p:nvSpPr>
        <p:spPr>
          <a:xfrm>
            <a:off x="4079521" y="616585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A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mirrored baseline is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faster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F21855-FA7F-BF9B-5294-FEA1CAD1B1FE}"/>
              </a:ext>
            </a:extLst>
          </p:cNvPr>
          <p:cNvSpPr txBox="1"/>
          <p:nvPr/>
        </p:nvSpPr>
        <p:spPr>
          <a:xfrm>
            <a:off x="5569453" y="437241"/>
            <a:ext cx="33774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 (joint-reductions) vs. </a:t>
            </a:r>
            <a:b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baselines with mirroring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5228B-08E0-74BC-8E00-EDA0C79F376B}"/>
              </a:ext>
            </a:extLst>
          </p:cNvPr>
          <p:cNvSpPr/>
          <p:nvPr/>
        </p:nvSpPr>
        <p:spPr>
          <a:xfrm>
            <a:off x="7027671" y="5854547"/>
            <a:ext cx="164592" cy="164592"/>
          </a:xfrm>
          <a:prstGeom prst="rect">
            <a:avLst/>
          </a:prstGeom>
          <a:solidFill>
            <a:srgbClr val="FFF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C8F3C-AE1D-D8FA-2C63-0A57457CB30C}"/>
              </a:ext>
            </a:extLst>
          </p:cNvPr>
          <p:cNvSpPr txBox="1"/>
          <p:nvPr/>
        </p:nvSpPr>
        <p:spPr>
          <a:xfrm>
            <a:off x="7279312" y="5806627"/>
            <a:ext cx="22837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000000"/>
                </a:solidFill>
                <a:latin typeface="Arial"/>
              </a:rPr>
              <a:t>Trivance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speedup</a:t>
            </a:r>
          </a:p>
          <a:p>
            <a:pPr algn="l">
              <a:spcAft>
                <a:spcPts val="0"/>
              </a:spcAft>
            </a:pPr>
            <a:r>
              <a:rPr lang="de-DE" dirty="0">
                <a:solidFill>
                  <a:srgbClr val="000000"/>
                </a:solidFill>
                <a:latin typeface="Arial"/>
              </a:rPr>
              <a:t>by </a:t>
            </a:r>
            <a:r>
              <a:rPr lang="de-DE" b="0" i="0" dirty="0">
                <a:solidFill>
                  <a:srgbClr val="000000"/>
                </a:solidFill>
                <a:latin typeface="Arial"/>
              </a:rPr>
              <a:t>0%-10%</a:t>
            </a:r>
            <a:endParaRPr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9B8042-B5B0-4C20-FF08-BFF02CB264E8}"/>
              </a:ext>
            </a:extLst>
          </p:cNvPr>
          <p:cNvSpPr txBox="1"/>
          <p:nvPr/>
        </p:nvSpPr>
        <p:spPr>
          <a:xfrm>
            <a:off x="3637788" y="2008021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1D torus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4C76FF-1C00-8D62-F41C-F12A6B2394CA}"/>
              </a:ext>
            </a:extLst>
          </p:cNvPr>
          <p:cNvSpPr txBox="1"/>
          <p:nvPr/>
        </p:nvSpPr>
        <p:spPr>
          <a:xfrm>
            <a:off x="3637788" y="3468775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i="0" dirty="0">
                <a:solidFill>
                  <a:srgbClr val="000000"/>
                </a:solidFill>
                <a:latin typeface="Arial"/>
              </a:rPr>
              <a:t>2D torus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2803FE-8321-C3C5-3067-4908F5F5EEE0}"/>
              </a:ext>
            </a:extLst>
          </p:cNvPr>
          <p:cNvSpPr txBox="1"/>
          <p:nvPr/>
        </p:nvSpPr>
        <p:spPr>
          <a:xfrm>
            <a:off x="3618738" y="5431540"/>
            <a:ext cx="987552" cy="235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3D torus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72D3C0-FD64-99F0-2EA0-3281B8559213}"/>
              </a:ext>
            </a:extLst>
          </p:cNvPr>
          <p:cNvSpPr txBox="1"/>
          <p:nvPr/>
        </p:nvSpPr>
        <p:spPr>
          <a:xfrm>
            <a:off x="3710178" y="4535200"/>
            <a:ext cx="896112" cy="340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i="1" dirty="0">
                <a:solidFill>
                  <a:srgbClr val="000000"/>
                </a:solidFill>
                <a:latin typeface="Arial"/>
              </a:rPr>
              <a:t>2D </a:t>
            </a:r>
            <a:r>
              <a:rPr sz="1300" b="0" i="1" dirty="0">
                <a:solidFill>
                  <a:srgbClr val="000000"/>
                </a:solidFill>
                <a:latin typeface="Arial"/>
              </a:rPr>
              <a:t>32×32</a:t>
            </a:r>
            <a:br>
              <a:rPr lang="de-DE" sz="1300" b="0" i="1" dirty="0">
                <a:solidFill>
                  <a:srgbClr val="000000"/>
                </a:solidFill>
                <a:latin typeface="Arial"/>
              </a:rPr>
            </a:br>
            <a:r>
              <a:rPr lang="de-DE" sz="1300" b="0" i="1" dirty="0">
                <a:solidFill>
                  <a:srgbClr val="000000"/>
                </a:solidFill>
                <a:latin typeface="Arial"/>
              </a:rPr>
              <a:t>varying BW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E98B36-9BE1-AEA0-9941-C16F69346EE7}"/>
              </a:ext>
            </a:extLst>
          </p:cNvPr>
          <p:cNvSpPr txBox="1"/>
          <p:nvPr/>
        </p:nvSpPr>
        <p:spPr>
          <a:xfrm>
            <a:off x="3457194" y="5129325"/>
            <a:ext cx="1168146" cy="17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85000"/>
              </a:lnSpc>
              <a:spcAft>
                <a:spcPts val="0"/>
              </a:spcAft>
            </a:pPr>
            <a:r>
              <a:rPr lang="de-DE" sz="1300" b="0" i="1" dirty="0">
                <a:solidFill>
                  <a:srgbClr val="000000"/>
                </a:solidFill>
                <a:latin typeface="Arial"/>
              </a:rPr>
              <a:t>Power of three</a:t>
            </a:r>
            <a:endParaRPr sz="1300" b="0" i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7829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7F63-94ED-BA01-F90F-10EE1968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84995C-2412-CAFE-4D08-DAF3388FACCC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618B1-71D6-62EB-9DC2-267577FF7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01" y="624820"/>
            <a:ext cx="402807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58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907C-6BBB-E50F-779C-C0BB912E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96DC12-FEC8-2F5E-436F-71D7DBE0D028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F3080-34BE-B85D-BCB2-B3254F5C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1" y="624820"/>
            <a:ext cx="4028070" cy="28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5CED9E-48F9-40A8-7878-5B78B333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070" y="621870"/>
            <a:ext cx="403087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50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881B-8D9F-FDBD-F03D-0FB7B054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838CA-3B97-00D0-E693-EB33F347DA92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650562-EEF3-F490-1FED-BB9F358F5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1" y="624820"/>
            <a:ext cx="4028070" cy="288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EA2892-9789-D4D5-4D27-A8B66B4B9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070" y="621870"/>
            <a:ext cx="4030877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95F523-7108-4AEA-20DF-C7E7EE408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01" y="3442080"/>
            <a:ext cx="402752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86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92C9-3DF5-3969-44E3-9C8F4ABC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D90B40-9645-0E9A-8A73-03F5094964C2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38C839-9A0D-4C7C-2573-1203C0EA5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1" y="624820"/>
            <a:ext cx="4028070" cy="28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B440E6-9924-01CE-2CDE-8262DC5A9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070" y="621870"/>
            <a:ext cx="4030877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EF3DA-8B5B-6939-375D-57A89CEE3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01" y="3442080"/>
            <a:ext cx="4027522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A34BB1-C6D2-CC98-0507-17A687711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723" y="3504820"/>
            <a:ext cx="404101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59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FC7A-4B0D-A730-E27F-BF4415C5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DBAA71-1E3A-C5B9-8050-69F13D89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723" y="3504820"/>
            <a:ext cx="4041017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AE386A-9BA7-FA1C-125F-814F7951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01" y="3442080"/>
            <a:ext cx="4027522" cy="28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6001A-F99E-D559-E62C-966B88362357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AF5D38-E936-648D-41F5-65E71245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01" y="624820"/>
            <a:ext cx="4028070" cy="288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E70DB5-E4A0-3349-CCF0-5C9BB59E4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070" y="621870"/>
            <a:ext cx="4030877" cy="28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F80386-AB62-E564-0A28-5CE038A90C4C}"/>
              </a:ext>
            </a:extLst>
          </p:cNvPr>
          <p:cNvSpPr/>
          <p:nvPr/>
        </p:nvSpPr>
        <p:spPr>
          <a:xfrm>
            <a:off x="0" y="2545180"/>
            <a:ext cx="9144000" cy="1963320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45498-0FB2-7F51-0252-4FF906AB0B1A}"/>
              </a:ext>
            </a:extLst>
          </p:cNvPr>
          <p:cNvSpPr txBox="1"/>
          <p:nvPr/>
        </p:nvSpPr>
        <p:spPr>
          <a:xfrm>
            <a:off x="1841499" y="2577718"/>
            <a:ext cx="5428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de-DE" sz="660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7BFCC-0290-92DB-7A56-4E146C0DC0D5}"/>
              </a:ext>
            </a:extLst>
          </p:cNvPr>
          <p:cNvSpPr txBox="1"/>
          <p:nvPr/>
        </p:nvSpPr>
        <p:spPr>
          <a:xfrm>
            <a:off x="448950" y="3865975"/>
            <a:ext cx="6820692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de-DE" sz="20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de-DE" sz="2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juerss@campus.tu-berlin.de</a:t>
            </a:r>
            <a:endParaRPr sz="2000" b="1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13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B60B4-C6CE-6F7B-9EA3-F0472D1D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071932-D3F0-E50C-996F-27CA72F2AC72}"/>
              </a:ext>
            </a:extLst>
          </p:cNvPr>
          <p:cNvSpPr txBox="1"/>
          <p:nvPr/>
        </p:nvSpPr>
        <p:spPr>
          <a:xfrm>
            <a:off x="2097648" y="4472881"/>
            <a:ext cx="6820692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de-DE" sz="20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de-DE" sz="2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juerss@campus.tu-berlin.de</a:t>
            </a:r>
            <a:endParaRPr sz="2000" b="1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A6682-CDED-0AFA-A7BF-6AA3843169DD}"/>
              </a:ext>
            </a:extLst>
          </p:cNvPr>
          <p:cNvSpPr txBox="1"/>
          <p:nvPr/>
        </p:nvSpPr>
        <p:spPr>
          <a:xfrm>
            <a:off x="1987550" y="2230090"/>
            <a:ext cx="4902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de-DE" sz="660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423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5F17-545B-B7E2-1A7E-7BFC3175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14046C-67A7-A835-FC6C-0C4E4BFD9913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AllReduce on rings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A0D6B0FE-3589-0E7D-6BAD-72C7DA47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61" y="3317280"/>
            <a:ext cx="4314192" cy="252076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8171C73-C431-1BA3-55E7-4E8E49F0BC83}"/>
              </a:ext>
            </a:extLst>
          </p:cNvPr>
          <p:cNvSpPr txBox="1"/>
          <p:nvPr/>
        </p:nvSpPr>
        <p:spPr>
          <a:xfrm>
            <a:off x="323661" y="2752651"/>
            <a:ext cx="325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Hamiltonian Ring AllReduce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2">
                <a:extLst>
                  <a:ext uri="{FF2B5EF4-FFF2-40B4-BE49-F238E27FC236}">
                    <a16:creationId xmlns:a16="http://schemas.microsoft.com/office/drawing/2014/main" id="{9287F192-E30B-AA32-BEC6-26DD3421A1ED}"/>
                  </a:ext>
                </a:extLst>
              </p:cNvPr>
              <p:cNvSpPr/>
              <p:nvPr/>
            </p:nvSpPr>
            <p:spPr>
              <a:xfrm>
                <a:off x="5029256" y="3477807"/>
                <a:ext cx="2495456" cy="5496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C50C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Steps: </a:t>
                </a:r>
                <a:r>
                  <a:rPr lang="en-US" b="1" dirty="0"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dirty="0"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Linear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2(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−1)</m:t>
                    </m:r>
                  </m:oMath>
                </a14:m>
                <a:r>
                  <a:rPr lang="en-US" dirty="0"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— slow for large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itchFamily="34" charset="-120"/>
                  </a:rPr>
                  <a:t>n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 2">
                <a:extLst>
                  <a:ext uri="{FF2B5EF4-FFF2-40B4-BE49-F238E27FC236}">
                    <a16:creationId xmlns:a16="http://schemas.microsoft.com/office/drawing/2014/main" id="{9287F192-E30B-AA32-BEC6-26DD3421A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56" y="3477807"/>
                <a:ext cx="2495456" cy="549654"/>
              </a:xfrm>
              <a:prstGeom prst="rect">
                <a:avLst/>
              </a:prstGeom>
              <a:blipFill>
                <a:blip r:embed="rId3"/>
                <a:stretch>
                  <a:fillRect l="-5623" t="-14444" b="-25556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4C7CA71E-E8A2-2B3C-B06C-80B095E01ED6}"/>
                  </a:ext>
                </a:extLst>
              </p:cNvPr>
              <p:cNvSpPr/>
              <p:nvPr/>
            </p:nvSpPr>
            <p:spPr>
              <a:xfrm>
                <a:off x="5029257" y="4763500"/>
                <a:ext cx="340989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50C1E"/>
                    </a:solidFill>
                    <a:latin typeface="Arial"/>
                    <a:ea typeface="Arial" pitchFamily="34" charset="-122"/>
                    <a:cs typeface="Arial"/>
                  </a:rPr>
                  <a:t>Path length: </a:t>
                </a:r>
                <a:r>
                  <a:rPr lang="en-US" dirty="0">
                    <a:latin typeface="Arial"/>
                    <a:ea typeface="Arial" pitchFamily="34" charset="-122"/>
                    <a:cs typeface="Arial"/>
                  </a:rPr>
                  <a:t>Linear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 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−1</m:t>
                    </m:r>
                  </m:oMath>
                </a14:m>
                <a:endParaRPr lang="en-US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4C7CA71E-E8A2-2B3C-B06C-80B095E01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57" y="4763500"/>
                <a:ext cx="3409893" cy="228600"/>
              </a:xfrm>
              <a:prstGeom prst="rect">
                <a:avLst/>
              </a:prstGeom>
              <a:blipFill>
                <a:blip r:embed="rId4"/>
                <a:stretch>
                  <a:fillRect l="-4114" t="-42105" b="-71053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4">
            <a:extLst>
              <a:ext uri="{FF2B5EF4-FFF2-40B4-BE49-F238E27FC236}">
                <a16:creationId xmlns:a16="http://schemas.microsoft.com/office/drawing/2014/main" id="{DBE21C37-2A16-B5CB-F834-9097700C97E7}"/>
              </a:ext>
            </a:extLst>
          </p:cNvPr>
          <p:cNvSpPr/>
          <p:nvPr/>
        </p:nvSpPr>
        <p:spPr>
          <a:xfrm>
            <a:off x="5029257" y="4283325"/>
            <a:ext cx="340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50C1E"/>
                </a:solidFill>
                <a:latin typeface="Arial"/>
                <a:ea typeface="Arial" pitchFamily="34" charset="-122"/>
                <a:cs typeface="Arial"/>
              </a:rPr>
              <a:t>Congestion: </a:t>
            </a:r>
            <a:r>
              <a:rPr lang="en-US" dirty="0">
                <a:latin typeface="Arial"/>
                <a:ea typeface="Arial" pitchFamily="34" charset="-122"/>
                <a:cs typeface="Arial"/>
              </a:rPr>
              <a:t>None, no overlap</a:t>
            </a:r>
            <a:endParaRPr lang="en-US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5E3A335A-A910-E586-CBD7-1FDF970E527A}"/>
                  </a:ext>
                </a:extLst>
              </p:cNvPr>
              <p:cNvSpPr/>
              <p:nvPr/>
            </p:nvSpPr>
            <p:spPr>
              <a:xfrm>
                <a:off x="5146637" y="972480"/>
                <a:ext cx="1587566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𝑙𝑎𝑡𝑒𝑛𝑐𝑦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5E3A335A-A910-E586-CBD7-1FDF970E5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972480"/>
                <a:ext cx="1587566" cy="303117"/>
              </a:xfrm>
              <a:prstGeom prst="rect">
                <a:avLst/>
              </a:prstGeom>
              <a:blipFill>
                <a:blip r:embed="rId5"/>
                <a:stretch>
                  <a:fillRect l="-3065" b="-1836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F0A4988F-F742-69A2-5F85-8447DC696461}"/>
                  </a:ext>
                </a:extLst>
              </p:cNvPr>
              <p:cNvSpPr/>
              <p:nvPr/>
            </p:nvSpPr>
            <p:spPr>
              <a:xfrm>
                <a:off x="5146637" y="1292487"/>
                <a:ext cx="1936750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𝑏𝑎𝑛𝑑𝑤𝑖𝑑𝑡h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F0A4988F-F742-69A2-5F85-8447DC696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292487"/>
                <a:ext cx="1936750" cy="303117"/>
              </a:xfrm>
              <a:prstGeom prst="rect">
                <a:avLst/>
              </a:prstGeom>
              <a:blipFill>
                <a:blip r:embed="rId6"/>
                <a:stretch>
                  <a:fillRect l="-4717" b="-16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8AECC322-5B5F-77B3-3F05-3C91119B9D18}"/>
                  </a:ext>
                </a:extLst>
              </p:cNvPr>
              <p:cNvSpPr/>
              <p:nvPr/>
            </p:nvSpPr>
            <p:spPr>
              <a:xfrm>
                <a:off x="5146637" y="1612494"/>
                <a:ext cx="1936750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𝑚𝑒𝑠𝑠𝑎𝑔𝑒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8AECC322-5B5F-77B3-3F05-3C91119B9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612494"/>
                <a:ext cx="1936750" cy="303117"/>
              </a:xfrm>
              <a:prstGeom prst="rect">
                <a:avLst/>
              </a:prstGeom>
              <a:blipFill>
                <a:blip r:embed="rId7"/>
                <a:stretch>
                  <a:fillRect l="-2516" b="-10204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">
                <a:extLst>
                  <a:ext uri="{FF2B5EF4-FFF2-40B4-BE49-F238E27FC236}">
                    <a16:creationId xmlns:a16="http://schemas.microsoft.com/office/drawing/2014/main" id="{A8686B4B-7068-5497-9743-67FF292FFBE7}"/>
                  </a:ext>
                </a:extLst>
              </p:cNvPr>
              <p:cNvSpPr/>
              <p:nvPr/>
            </p:nvSpPr>
            <p:spPr>
              <a:xfrm>
                <a:off x="5146637" y="1937478"/>
                <a:ext cx="2378075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𝑛𝑒𝑡𝑤𝑜𝑟𝑘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𝑐𝑜𝑛𝑔𝑒𝑠𝑡𝑖𝑜𝑛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 2">
                <a:extLst>
                  <a:ext uri="{FF2B5EF4-FFF2-40B4-BE49-F238E27FC236}">
                    <a16:creationId xmlns:a16="http://schemas.microsoft.com/office/drawing/2014/main" id="{A8686B4B-7068-5497-9743-67FF292FF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937478"/>
                <a:ext cx="2378075" cy="303117"/>
              </a:xfrm>
              <a:prstGeom prst="rect">
                <a:avLst/>
              </a:prstGeom>
              <a:blipFill>
                <a:blip r:embed="rId8"/>
                <a:stretch>
                  <a:fillRect l="-2051" b="-10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3872F-CA95-D816-00D1-2FD018670164}"/>
              </a:ext>
            </a:extLst>
          </p:cNvPr>
          <p:cNvGrpSpPr/>
          <p:nvPr/>
        </p:nvGrpSpPr>
        <p:grpSpPr>
          <a:xfrm>
            <a:off x="409805" y="1019954"/>
            <a:ext cx="5150018" cy="1159281"/>
            <a:chOff x="282832" y="1295118"/>
            <a:chExt cx="5150018" cy="11592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2">
                  <a:extLst>
                    <a:ext uri="{FF2B5EF4-FFF2-40B4-BE49-F238E27FC236}">
                      <a16:creationId xmlns:a16="http://schemas.microsoft.com/office/drawing/2014/main" id="{4BB404F5-7251-9AA5-371D-F5F56ACED30A}"/>
                    </a:ext>
                  </a:extLst>
                </p:cNvPr>
                <p:cNvSpPr/>
                <p:nvPr/>
              </p:nvSpPr>
              <p:spPr>
                <a:xfrm>
                  <a:off x="282832" y="1796247"/>
                  <a:ext cx="5012952" cy="65815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𝑻</m:t>
                        </m:r>
                        <m:d>
                          <m:dPr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𝒎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𝑨</m:t>
                            </m:r>
                          </m:e>
                        </m:d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𝝈</m:t>
                        </m:r>
                        <m:d>
                          <m:dPr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𝑨</m:t>
                            </m:r>
                          </m:e>
                        </m:d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∙</m:t>
                        </m:r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𝜶</m:t>
                        </m:r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=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𝝈</m:t>
                            </m:r>
                            <m:d>
                              <m:d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𝑨</m:t>
                                </m:r>
                              </m:e>
                            </m:d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𝟏</m:t>
                            </m:r>
                          </m:sup>
                          <m:e>
                            <m:sSub>
                              <m:sSub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∙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𝜷</m:t>
                            </m:r>
                          </m:e>
                        </m:nary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 2">
                  <a:extLst>
                    <a:ext uri="{FF2B5EF4-FFF2-40B4-BE49-F238E27FC236}">
                      <a16:creationId xmlns:a16="http://schemas.microsoft.com/office/drawing/2014/main" id="{4BB404F5-7251-9AA5-371D-F5F56ACED3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832" y="1796247"/>
                  <a:ext cx="5012952" cy="658152"/>
                </a:xfrm>
                <a:prstGeom prst="rect">
                  <a:avLst/>
                </a:prstGeom>
                <a:blipFill>
                  <a:blip r:embed="rId9"/>
                  <a:stretch>
                    <a:fillRect t="-13084" b="-16822"/>
                  </a:stretch>
                </a:blipFill>
                <a:ln/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301E5F4-FCE3-47DE-A71B-81A223E83DC2}"/>
                </a:ext>
              </a:extLst>
            </p:cNvPr>
            <p:cNvGrpSpPr/>
            <p:nvPr/>
          </p:nvGrpSpPr>
          <p:grpSpPr>
            <a:xfrm>
              <a:off x="1483323" y="1295118"/>
              <a:ext cx="3949527" cy="652002"/>
              <a:chOff x="1483323" y="1295118"/>
              <a:chExt cx="3949527" cy="652002"/>
            </a:xfrm>
          </p:grpSpPr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40C981E7-520F-BF8F-CB3C-1074C271A52E}"/>
                  </a:ext>
                </a:extLst>
              </p:cNvPr>
              <p:cNvSpPr txBox="1"/>
              <p:nvPr/>
            </p:nvSpPr>
            <p:spPr>
              <a:xfrm>
                <a:off x="1606548" y="1553388"/>
                <a:ext cx="827089" cy="23967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342900" marR="0" lvl="0" indent="-342900" algn="l" defTabSz="914400" rtl="0" fontAlgn="auto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DE" sz="1600" b="0" i="1" u="none" strike="noStrike" kern="1200" cap="none" spc="0" baseline="0" dirty="0">
                    <a:solidFill>
                      <a:srgbClr val="000000"/>
                    </a:solidFill>
                    <a:uFillTx/>
                    <a:latin typeface="Arial"/>
                  </a:rPr>
                  <a:t>Latency</a:t>
                </a:r>
              </a:p>
            </p:txBody>
          </p:sp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22AD0F41-F932-053C-B82C-BE73EE88D5EC}"/>
                  </a:ext>
                </a:extLst>
              </p:cNvPr>
              <p:cNvSpPr txBox="1"/>
              <p:nvPr/>
            </p:nvSpPr>
            <p:spPr>
              <a:xfrm>
                <a:off x="2771080" y="1295118"/>
                <a:ext cx="2661770" cy="1728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342900" marR="0" lvl="0" indent="-342900" algn="l" defTabSz="914400" rtl="0" fontAlgn="auto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DE" sz="1600" b="0" i="1" u="none" strike="noStrike" kern="1200" cap="none" spc="0" baseline="0" dirty="0">
                    <a:solidFill>
                      <a:srgbClr val="000000"/>
                    </a:solidFill>
                    <a:uFillTx/>
                    <a:latin typeface="Arial"/>
                  </a:rPr>
                  <a:t>Transmission Delay</a:t>
                </a:r>
              </a:p>
            </p:txBody>
          </p:sp>
          <p:sp>
            <p:nvSpPr>
              <p:cNvPr id="35" name="Left Brace 16">
                <a:extLst>
                  <a:ext uri="{FF2B5EF4-FFF2-40B4-BE49-F238E27FC236}">
                    <a16:creationId xmlns:a16="http://schemas.microsoft.com/office/drawing/2014/main" id="{FFBCDC39-45DD-7AA4-BA5A-5B691D67E7A4}"/>
                  </a:ext>
                </a:extLst>
              </p:cNvPr>
              <p:cNvSpPr/>
              <p:nvPr/>
            </p:nvSpPr>
            <p:spPr>
              <a:xfrm rot="5400013">
                <a:off x="1900804" y="1414287"/>
                <a:ext cx="115352" cy="95031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*/ 5419351 1 1725033"/>
                  <a:gd name="f8" fmla="+- 0 0 5400000"/>
                  <a:gd name="f9" fmla="val 8333"/>
                  <a:gd name="f10" fmla="val 50000"/>
                  <a:gd name="f11" fmla="+- 0 0 -180"/>
                  <a:gd name="f12" fmla="+- 0 0 -270"/>
                  <a:gd name="f13" fmla="+- 0 0 -360"/>
                  <a:gd name="f14" fmla="abs f3"/>
                  <a:gd name="f15" fmla="abs f4"/>
                  <a:gd name="f16" fmla="abs f5"/>
                  <a:gd name="f17" fmla="+- 2700000 f1 0"/>
                  <a:gd name="f18" fmla="*/ f11 f0 1"/>
                  <a:gd name="f19" fmla="*/ f12 f0 1"/>
                  <a:gd name="f20" fmla="*/ f13 f0 1"/>
                  <a:gd name="f21" fmla="?: f14 f3 1"/>
                  <a:gd name="f22" fmla="?: f15 f4 1"/>
                  <a:gd name="f23" fmla="?: f16 f5 1"/>
                  <a:gd name="f24" fmla="+- f17 0 f1"/>
                  <a:gd name="f25" fmla="*/ f18 1 f2"/>
                  <a:gd name="f26" fmla="*/ f19 1 f2"/>
                  <a:gd name="f27" fmla="*/ f20 1 f2"/>
                  <a:gd name="f28" fmla="*/ f21 1 21600"/>
                  <a:gd name="f29" fmla="*/ f22 1 21600"/>
                  <a:gd name="f30" fmla="*/ 21600 f21 1"/>
                  <a:gd name="f31" fmla="*/ 21600 f22 1"/>
                  <a:gd name="f32" fmla="+- f24 f1 0"/>
                  <a:gd name="f33" fmla="+- f25 0 f1"/>
                  <a:gd name="f34" fmla="+- f26 0 f1"/>
                  <a:gd name="f35" fmla="+- f27 0 f1"/>
                  <a:gd name="f36" fmla="min f29 f28"/>
                  <a:gd name="f37" fmla="*/ f30 1 f23"/>
                  <a:gd name="f38" fmla="*/ f31 1 f23"/>
                  <a:gd name="f39" fmla="*/ f32 f7 1"/>
                  <a:gd name="f40" fmla="val f37"/>
                  <a:gd name="f41" fmla="val f38"/>
                  <a:gd name="f42" fmla="*/ f39 1 f0"/>
                  <a:gd name="f43" fmla="*/ f6 f36 1"/>
                  <a:gd name="f44" fmla="+- f41 0 f6"/>
                  <a:gd name="f45" fmla="+- f40 0 f6"/>
                  <a:gd name="f46" fmla="+- 0 0 f42"/>
                  <a:gd name="f47" fmla="*/ f40 f36 1"/>
                  <a:gd name="f48" fmla="*/ f41 f36 1"/>
                  <a:gd name="f49" fmla="*/ f45 1 2"/>
                  <a:gd name="f50" fmla="min f45 f44"/>
                  <a:gd name="f51" fmla="*/ f44 f10 1"/>
                  <a:gd name="f52" fmla="+- 0 0 f46"/>
                  <a:gd name="f53" fmla="+- f6 f49 0"/>
                  <a:gd name="f54" fmla="*/ f50 f9 1"/>
                  <a:gd name="f55" fmla="*/ f51 1 100000"/>
                  <a:gd name="f56" fmla="*/ f52 f0 1"/>
                  <a:gd name="f57" fmla="*/ f49 f36 1"/>
                  <a:gd name="f58" fmla="*/ f54 1 100000"/>
                  <a:gd name="f59" fmla="*/ f56 1 f7"/>
                  <a:gd name="f60" fmla="*/ f53 f36 1"/>
                  <a:gd name="f61" fmla="*/ f55 f36 1"/>
                  <a:gd name="f62" fmla="+- f55 f58 0"/>
                  <a:gd name="f63" fmla="+- f59 0 f1"/>
                  <a:gd name="f64" fmla="*/ f58 f36 1"/>
                  <a:gd name="f65" fmla="cos 1 f63"/>
                  <a:gd name="f66" fmla="sin 1 f63"/>
                  <a:gd name="f67" fmla="*/ f62 f36 1"/>
                  <a:gd name="f68" fmla="+- 0 0 f65"/>
                  <a:gd name="f69" fmla="+- 0 0 f66"/>
                  <a:gd name="f70" fmla="+- 0 0 f68"/>
                  <a:gd name="f71" fmla="+- 0 0 f69"/>
                  <a:gd name="f72" fmla="val f70"/>
                  <a:gd name="f73" fmla="val f71"/>
                  <a:gd name="f74" fmla="*/ f72 f49 1"/>
                  <a:gd name="f75" fmla="*/ f73 f58 1"/>
                  <a:gd name="f76" fmla="+- f40 0 f74"/>
                  <a:gd name="f77" fmla="+- f58 0 f75"/>
                  <a:gd name="f78" fmla="+- f41 f75 0"/>
                  <a:gd name="f79" fmla="+- f78 0 f58"/>
                  <a:gd name="f80" fmla="*/ f76 f36 1"/>
                  <a:gd name="f81" fmla="*/ f77 f36 1"/>
                  <a:gd name="f82" fmla="*/ f79 f3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47" y="f43"/>
                  </a:cxn>
                  <a:cxn ang="f34">
                    <a:pos x="f43" y="f61"/>
                  </a:cxn>
                  <a:cxn ang="f35">
                    <a:pos x="f47" y="f48"/>
                  </a:cxn>
                </a:cxnLst>
                <a:rect l="f80" t="f81" r="f47" b="f82"/>
                <a:pathLst>
                  <a:path stroke="0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  <a:close/>
                  </a:path>
                  <a:path fill="none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</a:path>
                </a:pathLst>
              </a:custGeom>
              <a:noFill/>
              <a:ln w="19046" cap="flat">
                <a:solidFill>
                  <a:srgbClr val="C50E1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de-DE" sz="1800" b="0" i="0" u="none" strike="noStrike" kern="1200" cap="none" spc="0" baseline="0">
                  <a:solidFill>
                    <a:srgbClr val="C50C1E"/>
                  </a:solidFill>
                  <a:uFillTx/>
                  <a:latin typeface="Aptos"/>
                </a:endParaRPr>
              </a:p>
            </p:txBody>
          </p:sp>
          <p:sp>
            <p:nvSpPr>
              <p:cNvPr id="37" name="Left Brace 18">
                <a:extLst>
                  <a:ext uri="{FF2B5EF4-FFF2-40B4-BE49-F238E27FC236}">
                    <a16:creationId xmlns:a16="http://schemas.microsoft.com/office/drawing/2014/main" id="{BC8B8584-2528-EE0A-DAAD-C028980BD3A2}"/>
                  </a:ext>
                </a:extLst>
              </p:cNvPr>
              <p:cNvSpPr/>
              <p:nvPr/>
            </p:nvSpPr>
            <p:spPr>
              <a:xfrm rot="5400013">
                <a:off x="3579024" y="671275"/>
                <a:ext cx="158797" cy="193706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*/ 5419351 1 1725033"/>
                  <a:gd name="f8" fmla="+- 0 0 5400000"/>
                  <a:gd name="f9" fmla="val 8333"/>
                  <a:gd name="f10" fmla="val 50000"/>
                  <a:gd name="f11" fmla="+- 0 0 -180"/>
                  <a:gd name="f12" fmla="+- 0 0 -270"/>
                  <a:gd name="f13" fmla="+- 0 0 -360"/>
                  <a:gd name="f14" fmla="abs f3"/>
                  <a:gd name="f15" fmla="abs f4"/>
                  <a:gd name="f16" fmla="abs f5"/>
                  <a:gd name="f17" fmla="+- 2700000 f1 0"/>
                  <a:gd name="f18" fmla="*/ f11 f0 1"/>
                  <a:gd name="f19" fmla="*/ f12 f0 1"/>
                  <a:gd name="f20" fmla="*/ f13 f0 1"/>
                  <a:gd name="f21" fmla="?: f14 f3 1"/>
                  <a:gd name="f22" fmla="?: f15 f4 1"/>
                  <a:gd name="f23" fmla="?: f16 f5 1"/>
                  <a:gd name="f24" fmla="+- f17 0 f1"/>
                  <a:gd name="f25" fmla="*/ f18 1 f2"/>
                  <a:gd name="f26" fmla="*/ f19 1 f2"/>
                  <a:gd name="f27" fmla="*/ f20 1 f2"/>
                  <a:gd name="f28" fmla="*/ f21 1 21600"/>
                  <a:gd name="f29" fmla="*/ f22 1 21600"/>
                  <a:gd name="f30" fmla="*/ 21600 f21 1"/>
                  <a:gd name="f31" fmla="*/ 21600 f22 1"/>
                  <a:gd name="f32" fmla="+- f24 f1 0"/>
                  <a:gd name="f33" fmla="+- f25 0 f1"/>
                  <a:gd name="f34" fmla="+- f26 0 f1"/>
                  <a:gd name="f35" fmla="+- f27 0 f1"/>
                  <a:gd name="f36" fmla="min f29 f28"/>
                  <a:gd name="f37" fmla="*/ f30 1 f23"/>
                  <a:gd name="f38" fmla="*/ f31 1 f23"/>
                  <a:gd name="f39" fmla="*/ f32 f7 1"/>
                  <a:gd name="f40" fmla="val f37"/>
                  <a:gd name="f41" fmla="val f38"/>
                  <a:gd name="f42" fmla="*/ f39 1 f0"/>
                  <a:gd name="f43" fmla="*/ f6 f36 1"/>
                  <a:gd name="f44" fmla="+- f41 0 f6"/>
                  <a:gd name="f45" fmla="+- f40 0 f6"/>
                  <a:gd name="f46" fmla="+- 0 0 f42"/>
                  <a:gd name="f47" fmla="*/ f40 f36 1"/>
                  <a:gd name="f48" fmla="*/ f41 f36 1"/>
                  <a:gd name="f49" fmla="*/ f45 1 2"/>
                  <a:gd name="f50" fmla="min f45 f44"/>
                  <a:gd name="f51" fmla="*/ f44 f10 1"/>
                  <a:gd name="f52" fmla="+- 0 0 f46"/>
                  <a:gd name="f53" fmla="+- f6 f49 0"/>
                  <a:gd name="f54" fmla="*/ f50 f9 1"/>
                  <a:gd name="f55" fmla="*/ f51 1 100000"/>
                  <a:gd name="f56" fmla="*/ f52 f0 1"/>
                  <a:gd name="f57" fmla="*/ f49 f36 1"/>
                  <a:gd name="f58" fmla="*/ f54 1 100000"/>
                  <a:gd name="f59" fmla="*/ f56 1 f7"/>
                  <a:gd name="f60" fmla="*/ f53 f36 1"/>
                  <a:gd name="f61" fmla="*/ f55 f36 1"/>
                  <a:gd name="f62" fmla="+- f55 f58 0"/>
                  <a:gd name="f63" fmla="+- f59 0 f1"/>
                  <a:gd name="f64" fmla="*/ f58 f36 1"/>
                  <a:gd name="f65" fmla="cos 1 f63"/>
                  <a:gd name="f66" fmla="sin 1 f63"/>
                  <a:gd name="f67" fmla="*/ f62 f36 1"/>
                  <a:gd name="f68" fmla="+- 0 0 f65"/>
                  <a:gd name="f69" fmla="+- 0 0 f66"/>
                  <a:gd name="f70" fmla="+- 0 0 f68"/>
                  <a:gd name="f71" fmla="+- 0 0 f69"/>
                  <a:gd name="f72" fmla="val f70"/>
                  <a:gd name="f73" fmla="val f71"/>
                  <a:gd name="f74" fmla="*/ f72 f49 1"/>
                  <a:gd name="f75" fmla="*/ f73 f58 1"/>
                  <a:gd name="f76" fmla="+- f40 0 f74"/>
                  <a:gd name="f77" fmla="+- f58 0 f75"/>
                  <a:gd name="f78" fmla="+- f41 f75 0"/>
                  <a:gd name="f79" fmla="+- f78 0 f58"/>
                  <a:gd name="f80" fmla="*/ f76 f36 1"/>
                  <a:gd name="f81" fmla="*/ f77 f36 1"/>
                  <a:gd name="f82" fmla="*/ f79 f3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47" y="f43"/>
                  </a:cxn>
                  <a:cxn ang="f34">
                    <a:pos x="f43" y="f61"/>
                  </a:cxn>
                  <a:cxn ang="f35">
                    <a:pos x="f47" y="f48"/>
                  </a:cxn>
                </a:cxnLst>
                <a:rect l="f80" t="f81" r="f47" b="f82"/>
                <a:pathLst>
                  <a:path stroke="0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  <a:close/>
                  </a:path>
                  <a:path fill="none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</a:path>
                </a:pathLst>
              </a:custGeom>
              <a:noFill/>
              <a:ln w="19046" cap="flat">
                <a:solidFill>
                  <a:srgbClr val="C50E1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</p:grpSp>
      </p:grpSp>
      <p:sp>
        <p:nvSpPr>
          <p:cNvPr id="39" name="Text 2">
            <a:extLst>
              <a:ext uri="{FF2B5EF4-FFF2-40B4-BE49-F238E27FC236}">
                <a16:creationId xmlns:a16="http://schemas.microsoft.com/office/drawing/2014/main" id="{301FC066-D61B-7574-C7C3-035A6987678E}"/>
              </a:ext>
            </a:extLst>
          </p:cNvPr>
          <p:cNvSpPr/>
          <p:nvPr/>
        </p:nvSpPr>
        <p:spPr>
          <a:xfrm>
            <a:off x="302856" y="913621"/>
            <a:ext cx="164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50C1E"/>
                </a:solidFill>
                <a:latin typeface="Arial" pitchFamily="34" charset="0"/>
                <a:cs typeface="Arial" pitchFamily="34" charset="-120"/>
              </a:rPr>
              <a:t>Cost function: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2">
                <a:extLst>
                  <a:ext uri="{FF2B5EF4-FFF2-40B4-BE49-F238E27FC236}">
                    <a16:creationId xmlns:a16="http://schemas.microsoft.com/office/drawing/2014/main" id="{780B67CC-30AD-E2AC-A21D-01C684EBE1EC}"/>
                  </a:ext>
                </a:extLst>
              </p:cNvPr>
              <p:cNvSpPr/>
              <p:nvPr/>
            </p:nvSpPr>
            <p:spPr>
              <a:xfrm>
                <a:off x="5146637" y="649030"/>
                <a:ext cx="3694507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communication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steps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2">
                <a:extLst>
                  <a:ext uri="{FF2B5EF4-FFF2-40B4-BE49-F238E27FC236}">
                    <a16:creationId xmlns:a16="http://schemas.microsoft.com/office/drawing/2014/main" id="{780B67CC-30AD-E2AC-A21D-01C684EBE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649030"/>
                <a:ext cx="3694507" cy="303117"/>
              </a:xfrm>
              <a:prstGeom prst="rect">
                <a:avLst/>
              </a:prstGeom>
              <a:blipFill>
                <a:blip r:embed="rId10"/>
                <a:stretch>
                  <a:fillRect l="-1320" b="-14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730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8243-407A-4DB6-1601-15561598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DF266E-8A11-4EEE-3A78-DCA5381EC094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AllReduce on rings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60ED1-E43B-7D42-2A3B-D067E11F5DD6}"/>
              </a:ext>
            </a:extLst>
          </p:cNvPr>
          <p:cNvSpPr txBox="1"/>
          <p:nvPr/>
        </p:nvSpPr>
        <p:spPr>
          <a:xfrm>
            <a:off x="323660" y="2752651"/>
            <a:ext cx="382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Doubling AllReduce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2">
                <a:extLst>
                  <a:ext uri="{FF2B5EF4-FFF2-40B4-BE49-F238E27FC236}">
                    <a16:creationId xmlns:a16="http://schemas.microsoft.com/office/drawing/2014/main" id="{A3A4BE45-1B53-D11C-1176-0A4A345D3F65}"/>
                  </a:ext>
                </a:extLst>
              </p:cNvPr>
              <p:cNvSpPr/>
              <p:nvPr/>
            </p:nvSpPr>
            <p:spPr>
              <a:xfrm>
                <a:off x="5029256" y="3477807"/>
                <a:ext cx="2495456" cy="5496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50C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Steps:</a:t>
                </a:r>
                <a14:m>
                  <m:oMath xmlns:m="http://schemas.openxmlformats.org/officeDocument/2006/math">
                    <m:r>
                      <a:rPr lang="de-DE" b="1" i="0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log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</m:t>
                        </m:r>
                      </m:e>
                    </m:func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steps</a:t>
                </a:r>
              </a:p>
            </p:txBody>
          </p:sp>
        </mc:Choice>
        <mc:Fallback xmlns="">
          <p:sp>
            <p:nvSpPr>
              <p:cNvPr id="19" name="Text 2">
                <a:extLst>
                  <a:ext uri="{FF2B5EF4-FFF2-40B4-BE49-F238E27FC236}">
                    <a16:creationId xmlns:a16="http://schemas.microsoft.com/office/drawing/2014/main" id="{A3A4BE45-1B53-D11C-1176-0A4A345D3F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56" y="3477807"/>
                <a:ext cx="2495456" cy="549654"/>
              </a:xfrm>
              <a:prstGeom prst="rect">
                <a:avLst/>
              </a:prstGeom>
              <a:blipFill>
                <a:blip r:embed="rId2"/>
                <a:stretch>
                  <a:fillRect l="-5623" b="-111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B6650CB2-11E3-9C0A-8FA1-8F732CB4ED8E}"/>
                  </a:ext>
                </a:extLst>
              </p:cNvPr>
              <p:cNvSpPr/>
              <p:nvPr/>
            </p:nvSpPr>
            <p:spPr>
              <a:xfrm>
                <a:off x="5029256" y="5011877"/>
                <a:ext cx="3409893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50C1E"/>
                    </a:solidFill>
                    <a:latin typeface="Arial"/>
                    <a:ea typeface="Arial" pitchFamily="34" charset="-122"/>
                    <a:cs typeface="Arial"/>
                  </a:rPr>
                  <a:t>Path length: </a:t>
                </a:r>
                <a:r>
                  <a:rPr lang="en-US" dirty="0">
                    <a:latin typeface="Arial"/>
                    <a:ea typeface="Arial" pitchFamily="34" charset="-122"/>
                    <a:cs typeface="Arial"/>
                  </a:rPr>
                  <a:t>Linear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 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−1</m:t>
                    </m:r>
                  </m:oMath>
                </a14:m>
                <a:endParaRPr lang="en-US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B6650CB2-11E3-9C0A-8FA1-8F732CB4ED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56" y="5011877"/>
                <a:ext cx="3409893" cy="228600"/>
              </a:xfrm>
              <a:prstGeom prst="rect">
                <a:avLst/>
              </a:prstGeom>
              <a:blipFill>
                <a:blip r:embed="rId3"/>
                <a:stretch>
                  <a:fillRect l="-4114" t="-44737" b="-71053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4">
                <a:extLst>
                  <a:ext uri="{FF2B5EF4-FFF2-40B4-BE49-F238E27FC236}">
                    <a16:creationId xmlns:a16="http://schemas.microsoft.com/office/drawing/2014/main" id="{BFCDF20E-0175-8537-8250-78D5CBC507E8}"/>
                  </a:ext>
                </a:extLst>
              </p:cNvPr>
              <p:cNvSpPr/>
              <p:nvPr/>
            </p:nvSpPr>
            <p:spPr>
              <a:xfrm>
                <a:off x="5029257" y="4269693"/>
                <a:ext cx="3409893" cy="480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50C1E"/>
                    </a:solidFill>
                    <a:latin typeface="Arial"/>
                    <a:ea typeface="Arial" pitchFamily="34" charset="-122"/>
                    <a:cs typeface="Arial"/>
                  </a:rPr>
                  <a:t>Congestion:</a:t>
                </a:r>
                <a:r>
                  <a:rPr lang="en-US" dirty="0">
                    <a:solidFill>
                      <a:srgbClr val="C50C1E"/>
                    </a:solidFill>
                    <a:latin typeface="Arial"/>
                    <a:ea typeface="Arial" pitchFamily="34" charset="-122"/>
                    <a:cs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e>
                      <m:sup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𝑘</m:t>
                        </m:r>
                      </m:sup>
                    </m:sSup>
                    <m:r>
                      <a:rPr lang="de-DE" b="1" i="1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dirty="0">
                    <a:latin typeface="Arial"/>
                    <a:ea typeface="Arial" pitchFamily="34" charset="-122"/>
                    <a:cs typeface="Arial"/>
                  </a:rPr>
                  <a:t>overlaps per step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Arial" pitchFamily="34" charset="-122"/>
                        <a:cs typeface="Arial"/>
                      </a:rPr>
                      <m:t>𝑘</m:t>
                    </m:r>
                  </m:oMath>
                </a14:m>
                <a:endParaRPr lang="en-US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1" name="Text 4">
                <a:extLst>
                  <a:ext uri="{FF2B5EF4-FFF2-40B4-BE49-F238E27FC236}">
                    <a16:creationId xmlns:a16="http://schemas.microsoft.com/office/drawing/2014/main" id="{BFCDF20E-0175-8537-8250-78D5CBC507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57" y="4269693"/>
                <a:ext cx="3409893" cy="480175"/>
              </a:xfrm>
              <a:prstGeom prst="rect">
                <a:avLst/>
              </a:prstGeom>
              <a:blipFill>
                <a:blip r:embed="rId4"/>
                <a:stretch>
                  <a:fillRect l="-4114" t="-22785" b="-3797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3FBE5B1-DD48-044D-9171-A49AC3749CA4}"/>
                  </a:ext>
                </a:extLst>
              </p:cNvPr>
              <p:cNvSpPr/>
              <p:nvPr/>
            </p:nvSpPr>
            <p:spPr>
              <a:xfrm>
                <a:off x="5146637" y="972480"/>
                <a:ext cx="1587566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𝑙𝑎𝑡𝑒𝑛𝑐𝑦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3FBE5B1-DD48-044D-9171-A49AC3749C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972480"/>
                <a:ext cx="1587566" cy="303117"/>
              </a:xfrm>
              <a:prstGeom prst="rect">
                <a:avLst/>
              </a:prstGeom>
              <a:blipFill>
                <a:blip r:embed="rId5"/>
                <a:stretch>
                  <a:fillRect l="-3065" b="-1836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B187B956-D38E-CE97-3201-BEC18F5AD6F1}"/>
                  </a:ext>
                </a:extLst>
              </p:cNvPr>
              <p:cNvSpPr/>
              <p:nvPr/>
            </p:nvSpPr>
            <p:spPr>
              <a:xfrm>
                <a:off x="5146637" y="1292487"/>
                <a:ext cx="1936750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𝑏𝑎𝑛𝑑𝑤𝑖𝑑𝑡h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2">
                <a:extLst>
                  <a:ext uri="{FF2B5EF4-FFF2-40B4-BE49-F238E27FC236}">
                    <a16:creationId xmlns:a16="http://schemas.microsoft.com/office/drawing/2014/main" id="{B187B956-D38E-CE97-3201-BEC18F5AD6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292487"/>
                <a:ext cx="1936750" cy="303117"/>
              </a:xfrm>
              <a:prstGeom prst="rect">
                <a:avLst/>
              </a:prstGeom>
              <a:blipFill>
                <a:blip r:embed="rId6"/>
                <a:stretch>
                  <a:fillRect l="-4717" b="-16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663D31A5-A27C-1C6A-83DF-935239135D7C}"/>
                  </a:ext>
                </a:extLst>
              </p:cNvPr>
              <p:cNvSpPr/>
              <p:nvPr/>
            </p:nvSpPr>
            <p:spPr>
              <a:xfrm>
                <a:off x="5146637" y="1612494"/>
                <a:ext cx="1936750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𝑚𝑒𝑠𝑠𝑎𝑔𝑒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663D31A5-A27C-1C6A-83DF-935239135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612494"/>
                <a:ext cx="1936750" cy="303117"/>
              </a:xfrm>
              <a:prstGeom prst="rect">
                <a:avLst/>
              </a:prstGeom>
              <a:blipFill>
                <a:blip r:embed="rId7"/>
                <a:stretch>
                  <a:fillRect l="-2516" b="-10204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">
                <a:extLst>
                  <a:ext uri="{FF2B5EF4-FFF2-40B4-BE49-F238E27FC236}">
                    <a16:creationId xmlns:a16="http://schemas.microsoft.com/office/drawing/2014/main" id="{62B3F32E-B297-A55C-8BF2-EF25AE10A596}"/>
                  </a:ext>
                </a:extLst>
              </p:cNvPr>
              <p:cNvSpPr/>
              <p:nvPr/>
            </p:nvSpPr>
            <p:spPr>
              <a:xfrm>
                <a:off x="5146637" y="1937478"/>
                <a:ext cx="2378075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𝑛𝑒𝑡𝑤𝑜𝑟𝑘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𝑐𝑜𝑛𝑔𝑒𝑠𝑡𝑖𝑜𝑛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 2">
                <a:extLst>
                  <a:ext uri="{FF2B5EF4-FFF2-40B4-BE49-F238E27FC236}">
                    <a16:creationId xmlns:a16="http://schemas.microsoft.com/office/drawing/2014/main" id="{62B3F32E-B297-A55C-8BF2-EF25AE10A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1937478"/>
                <a:ext cx="2378075" cy="303117"/>
              </a:xfrm>
              <a:prstGeom prst="rect">
                <a:avLst/>
              </a:prstGeom>
              <a:blipFill>
                <a:blip r:embed="rId8"/>
                <a:stretch>
                  <a:fillRect l="-2051" b="-10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878C2A8-532D-F776-65BD-A763CE38AFE2}"/>
              </a:ext>
            </a:extLst>
          </p:cNvPr>
          <p:cNvGrpSpPr/>
          <p:nvPr/>
        </p:nvGrpSpPr>
        <p:grpSpPr>
          <a:xfrm>
            <a:off x="409805" y="1019954"/>
            <a:ext cx="5150018" cy="1159281"/>
            <a:chOff x="282832" y="1295118"/>
            <a:chExt cx="5150018" cy="11592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2">
                  <a:extLst>
                    <a:ext uri="{FF2B5EF4-FFF2-40B4-BE49-F238E27FC236}">
                      <a16:creationId xmlns:a16="http://schemas.microsoft.com/office/drawing/2014/main" id="{D0FE9D3E-6EBA-9CEC-DF0F-F480965B4F06}"/>
                    </a:ext>
                  </a:extLst>
                </p:cNvPr>
                <p:cNvSpPr/>
                <p:nvPr/>
              </p:nvSpPr>
              <p:spPr>
                <a:xfrm>
                  <a:off x="282832" y="1796247"/>
                  <a:ext cx="5012952" cy="65815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𝑻</m:t>
                        </m:r>
                        <m:d>
                          <m:dPr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𝒎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𝑨</m:t>
                            </m:r>
                          </m:e>
                        </m:d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𝝈</m:t>
                        </m:r>
                        <m:d>
                          <m:dPr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𝑨</m:t>
                            </m:r>
                          </m:e>
                        </m:d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∙</m:t>
                        </m:r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𝜶</m:t>
                        </m:r>
                        <m:r>
                          <a:rPr lang="de-DE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-12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=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𝝈</m:t>
                            </m:r>
                            <m:d>
                              <m:d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𝑨</m:t>
                                </m:r>
                              </m:e>
                            </m:d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𝟏</m:t>
                            </m:r>
                          </m:sup>
                          <m:e>
                            <m:sSub>
                              <m:sSub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de-DE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-12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∙</m:t>
                            </m:r>
                            <m:r>
                              <a:rPr lang="de-DE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-120"/>
                              </a:rPr>
                              <m:t>𝜷</m:t>
                            </m:r>
                          </m:e>
                        </m:nary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 2">
                  <a:extLst>
                    <a:ext uri="{FF2B5EF4-FFF2-40B4-BE49-F238E27FC236}">
                      <a16:creationId xmlns:a16="http://schemas.microsoft.com/office/drawing/2014/main" id="{D0FE9D3E-6EBA-9CEC-DF0F-F480965B4F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832" y="1796247"/>
                  <a:ext cx="5012952" cy="658152"/>
                </a:xfrm>
                <a:prstGeom prst="rect">
                  <a:avLst/>
                </a:prstGeom>
                <a:blipFill>
                  <a:blip r:embed="rId9"/>
                  <a:stretch>
                    <a:fillRect t="-13084" b="-16822"/>
                  </a:stretch>
                </a:blipFill>
                <a:ln/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5A51048-29DD-A5E4-F30E-D9B1CC4E3FEC}"/>
                </a:ext>
              </a:extLst>
            </p:cNvPr>
            <p:cNvGrpSpPr/>
            <p:nvPr/>
          </p:nvGrpSpPr>
          <p:grpSpPr>
            <a:xfrm>
              <a:off x="1483323" y="1295118"/>
              <a:ext cx="3949527" cy="652002"/>
              <a:chOff x="1483323" y="1295118"/>
              <a:chExt cx="3949527" cy="652002"/>
            </a:xfrm>
          </p:grpSpPr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D6D536E7-E1EE-8CE4-46D1-D67CA7CB33E1}"/>
                  </a:ext>
                </a:extLst>
              </p:cNvPr>
              <p:cNvSpPr txBox="1"/>
              <p:nvPr/>
            </p:nvSpPr>
            <p:spPr>
              <a:xfrm>
                <a:off x="1606548" y="1553388"/>
                <a:ext cx="827089" cy="23967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342900" marR="0" lvl="0" indent="-342900" algn="l" defTabSz="914400" rtl="0" fontAlgn="auto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DE" sz="1600" b="0" i="1" u="none" strike="noStrike" kern="1200" cap="none" spc="0" baseline="0" dirty="0">
                    <a:solidFill>
                      <a:srgbClr val="000000"/>
                    </a:solidFill>
                    <a:uFillTx/>
                    <a:latin typeface="Arial"/>
                  </a:rPr>
                  <a:t>Latency</a:t>
                </a:r>
              </a:p>
            </p:txBody>
          </p:sp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5A24B474-30A4-FF8E-BB2F-4AD611373307}"/>
                  </a:ext>
                </a:extLst>
              </p:cNvPr>
              <p:cNvSpPr txBox="1"/>
              <p:nvPr/>
            </p:nvSpPr>
            <p:spPr>
              <a:xfrm>
                <a:off x="2771080" y="1295118"/>
                <a:ext cx="2661770" cy="1728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342900" marR="0" lvl="0" indent="-342900" algn="l" defTabSz="914400" rtl="0" fontAlgn="auto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DE" sz="1600" b="0" i="1" u="none" strike="noStrike" kern="1200" cap="none" spc="0" baseline="0" dirty="0">
                    <a:solidFill>
                      <a:srgbClr val="000000"/>
                    </a:solidFill>
                    <a:uFillTx/>
                    <a:latin typeface="Arial"/>
                  </a:rPr>
                  <a:t>Transmission Delay</a:t>
                </a:r>
              </a:p>
            </p:txBody>
          </p:sp>
          <p:sp>
            <p:nvSpPr>
              <p:cNvPr id="35" name="Left Brace 16">
                <a:extLst>
                  <a:ext uri="{FF2B5EF4-FFF2-40B4-BE49-F238E27FC236}">
                    <a16:creationId xmlns:a16="http://schemas.microsoft.com/office/drawing/2014/main" id="{B74972F8-1C1F-7E9F-4E80-961EE2BA6B4F}"/>
                  </a:ext>
                </a:extLst>
              </p:cNvPr>
              <p:cNvSpPr/>
              <p:nvPr/>
            </p:nvSpPr>
            <p:spPr>
              <a:xfrm rot="5400013">
                <a:off x="1900804" y="1414287"/>
                <a:ext cx="115352" cy="95031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*/ 5419351 1 1725033"/>
                  <a:gd name="f8" fmla="+- 0 0 5400000"/>
                  <a:gd name="f9" fmla="val 8333"/>
                  <a:gd name="f10" fmla="val 50000"/>
                  <a:gd name="f11" fmla="+- 0 0 -180"/>
                  <a:gd name="f12" fmla="+- 0 0 -270"/>
                  <a:gd name="f13" fmla="+- 0 0 -360"/>
                  <a:gd name="f14" fmla="abs f3"/>
                  <a:gd name="f15" fmla="abs f4"/>
                  <a:gd name="f16" fmla="abs f5"/>
                  <a:gd name="f17" fmla="+- 2700000 f1 0"/>
                  <a:gd name="f18" fmla="*/ f11 f0 1"/>
                  <a:gd name="f19" fmla="*/ f12 f0 1"/>
                  <a:gd name="f20" fmla="*/ f13 f0 1"/>
                  <a:gd name="f21" fmla="?: f14 f3 1"/>
                  <a:gd name="f22" fmla="?: f15 f4 1"/>
                  <a:gd name="f23" fmla="?: f16 f5 1"/>
                  <a:gd name="f24" fmla="+- f17 0 f1"/>
                  <a:gd name="f25" fmla="*/ f18 1 f2"/>
                  <a:gd name="f26" fmla="*/ f19 1 f2"/>
                  <a:gd name="f27" fmla="*/ f20 1 f2"/>
                  <a:gd name="f28" fmla="*/ f21 1 21600"/>
                  <a:gd name="f29" fmla="*/ f22 1 21600"/>
                  <a:gd name="f30" fmla="*/ 21600 f21 1"/>
                  <a:gd name="f31" fmla="*/ 21600 f22 1"/>
                  <a:gd name="f32" fmla="+- f24 f1 0"/>
                  <a:gd name="f33" fmla="+- f25 0 f1"/>
                  <a:gd name="f34" fmla="+- f26 0 f1"/>
                  <a:gd name="f35" fmla="+- f27 0 f1"/>
                  <a:gd name="f36" fmla="min f29 f28"/>
                  <a:gd name="f37" fmla="*/ f30 1 f23"/>
                  <a:gd name="f38" fmla="*/ f31 1 f23"/>
                  <a:gd name="f39" fmla="*/ f32 f7 1"/>
                  <a:gd name="f40" fmla="val f37"/>
                  <a:gd name="f41" fmla="val f38"/>
                  <a:gd name="f42" fmla="*/ f39 1 f0"/>
                  <a:gd name="f43" fmla="*/ f6 f36 1"/>
                  <a:gd name="f44" fmla="+- f41 0 f6"/>
                  <a:gd name="f45" fmla="+- f40 0 f6"/>
                  <a:gd name="f46" fmla="+- 0 0 f42"/>
                  <a:gd name="f47" fmla="*/ f40 f36 1"/>
                  <a:gd name="f48" fmla="*/ f41 f36 1"/>
                  <a:gd name="f49" fmla="*/ f45 1 2"/>
                  <a:gd name="f50" fmla="min f45 f44"/>
                  <a:gd name="f51" fmla="*/ f44 f10 1"/>
                  <a:gd name="f52" fmla="+- 0 0 f46"/>
                  <a:gd name="f53" fmla="+- f6 f49 0"/>
                  <a:gd name="f54" fmla="*/ f50 f9 1"/>
                  <a:gd name="f55" fmla="*/ f51 1 100000"/>
                  <a:gd name="f56" fmla="*/ f52 f0 1"/>
                  <a:gd name="f57" fmla="*/ f49 f36 1"/>
                  <a:gd name="f58" fmla="*/ f54 1 100000"/>
                  <a:gd name="f59" fmla="*/ f56 1 f7"/>
                  <a:gd name="f60" fmla="*/ f53 f36 1"/>
                  <a:gd name="f61" fmla="*/ f55 f36 1"/>
                  <a:gd name="f62" fmla="+- f55 f58 0"/>
                  <a:gd name="f63" fmla="+- f59 0 f1"/>
                  <a:gd name="f64" fmla="*/ f58 f36 1"/>
                  <a:gd name="f65" fmla="cos 1 f63"/>
                  <a:gd name="f66" fmla="sin 1 f63"/>
                  <a:gd name="f67" fmla="*/ f62 f36 1"/>
                  <a:gd name="f68" fmla="+- 0 0 f65"/>
                  <a:gd name="f69" fmla="+- 0 0 f66"/>
                  <a:gd name="f70" fmla="+- 0 0 f68"/>
                  <a:gd name="f71" fmla="+- 0 0 f69"/>
                  <a:gd name="f72" fmla="val f70"/>
                  <a:gd name="f73" fmla="val f71"/>
                  <a:gd name="f74" fmla="*/ f72 f49 1"/>
                  <a:gd name="f75" fmla="*/ f73 f58 1"/>
                  <a:gd name="f76" fmla="+- f40 0 f74"/>
                  <a:gd name="f77" fmla="+- f58 0 f75"/>
                  <a:gd name="f78" fmla="+- f41 f75 0"/>
                  <a:gd name="f79" fmla="+- f78 0 f58"/>
                  <a:gd name="f80" fmla="*/ f76 f36 1"/>
                  <a:gd name="f81" fmla="*/ f77 f36 1"/>
                  <a:gd name="f82" fmla="*/ f79 f3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47" y="f43"/>
                  </a:cxn>
                  <a:cxn ang="f34">
                    <a:pos x="f43" y="f61"/>
                  </a:cxn>
                  <a:cxn ang="f35">
                    <a:pos x="f47" y="f48"/>
                  </a:cxn>
                </a:cxnLst>
                <a:rect l="f80" t="f81" r="f47" b="f82"/>
                <a:pathLst>
                  <a:path stroke="0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  <a:close/>
                  </a:path>
                  <a:path fill="none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</a:path>
                </a:pathLst>
              </a:custGeom>
              <a:noFill/>
              <a:ln w="19046" cap="flat">
                <a:solidFill>
                  <a:srgbClr val="C50E1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de-DE" sz="1800" b="0" i="0" u="none" strike="noStrike" kern="1200" cap="none" spc="0" baseline="0">
                  <a:solidFill>
                    <a:srgbClr val="C50C1E"/>
                  </a:solidFill>
                  <a:uFillTx/>
                  <a:latin typeface="Aptos"/>
                </a:endParaRPr>
              </a:p>
            </p:txBody>
          </p:sp>
          <p:sp>
            <p:nvSpPr>
              <p:cNvPr id="37" name="Left Brace 18">
                <a:extLst>
                  <a:ext uri="{FF2B5EF4-FFF2-40B4-BE49-F238E27FC236}">
                    <a16:creationId xmlns:a16="http://schemas.microsoft.com/office/drawing/2014/main" id="{157CE932-8154-B9AA-79D6-4DBF66DC53A1}"/>
                  </a:ext>
                </a:extLst>
              </p:cNvPr>
              <p:cNvSpPr/>
              <p:nvPr/>
            </p:nvSpPr>
            <p:spPr>
              <a:xfrm rot="5400013">
                <a:off x="3579024" y="671275"/>
                <a:ext cx="158797" cy="193706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*/ 5419351 1 1725033"/>
                  <a:gd name="f8" fmla="+- 0 0 5400000"/>
                  <a:gd name="f9" fmla="val 8333"/>
                  <a:gd name="f10" fmla="val 50000"/>
                  <a:gd name="f11" fmla="+- 0 0 -180"/>
                  <a:gd name="f12" fmla="+- 0 0 -270"/>
                  <a:gd name="f13" fmla="+- 0 0 -360"/>
                  <a:gd name="f14" fmla="abs f3"/>
                  <a:gd name="f15" fmla="abs f4"/>
                  <a:gd name="f16" fmla="abs f5"/>
                  <a:gd name="f17" fmla="+- 2700000 f1 0"/>
                  <a:gd name="f18" fmla="*/ f11 f0 1"/>
                  <a:gd name="f19" fmla="*/ f12 f0 1"/>
                  <a:gd name="f20" fmla="*/ f13 f0 1"/>
                  <a:gd name="f21" fmla="?: f14 f3 1"/>
                  <a:gd name="f22" fmla="?: f15 f4 1"/>
                  <a:gd name="f23" fmla="?: f16 f5 1"/>
                  <a:gd name="f24" fmla="+- f17 0 f1"/>
                  <a:gd name="f25" fmla="*/ f18 1 f2"/>
                  <a:gd name="f26" fmla="*/ f19 1 f2"/>
                  <a:gd name="f27" fmla="*/ f20 1 f2"/>
                  <a:gd name="f28" fmla="*/ f21 1 21600"/>
                  <a:gd name="f29" fmla="*/ f22 1 21600"/>
                  <a:gd name="f30" fmla="*/ 21600 f21 1"/>
                  <a:gd name="f31" fmla="*/ 21600 f22 1"/>
                  <a:gd name="f32" fmla="+- f24 f1 0"/>
                  <a:gd name="f33" fmla="+- f25 0 f1"/>
                  <a:gd name="f34" fmla="+- f26 0 f1"/>
                  <a:gd name="f35" fmla="+- f27 0 f1"/>
                  <a:gd name="f36" fmla="min f29 f28"/>
                  <a:gd name="f37" fmla="*/ f30 1 f23"/>
                  <a:gd name="f38" fmla="*/ f31 1 f23"/>
                  <a:gd name="f39" fmla="*/ f32 f7 1"/>
                  <a:gd name="f40" fmla="val f37"/>
                  <a:gd name="f41" fmla="val f38"/>
                  <a:gd name="f42" fmla="*/ f39 1 f0"/>
                  <a:gd name="f43" fmla="*/ f6 f36 1"/>
                  <a:gd name="f44" fmla="+- f41 0 f6"/>
                  <a:gd name="f45" fmla="+- f40 0 f6"/>
                  <a:gd name="f46" fmla="+- 0 0 f42"/>
                  <a:gd name="f47" fmla="*/ f40 f36 1"/>
                  <a:gd name="f48" fmla="*/ f41 f36 1"/>
                  <a:gd name="f49" fmla="*/ f45 1 2"/>
                  <a:gd name="f50" fmla="min f45 f44"/>
                  <a:gd name="f51" fmla="*/ f44 f10 1"/>
                  <a:gd name="f52" fmla="+- 0 0 f46"/>
                  <a:gd name="f53" fmla="+- f6 f49 0"/>
                  <a:gd name="f54" fmla="*/ f50 f9 1"/>
                  <a:gd name="f55" fmla="*/ f51 1 100000"/>
                  <a:gd name="f56" fmla="*/ f52 f0 1"/>
                  <a:gd name="f57" fmla="*/ f49 f36 1"/>
                  <a:gd name="f58" fmla="*/ f54 1 100000"/>
                  <a:gd name="f59" fmla="*/ f56 1 f7"/>
                  <a:gd name="f60" fmla="*/ f53 f36 1"/>
                  <a:gd name="f61" fmla="*/ f55 f36 1"/>
                  <a:gd name="f62" fmla="+- f55 f58 0"/>
                  <a:gd name="f63" fmla="+- f59 0 f1"/>
                  <a:gd name="f64" fmla="*/ f58 f36 1"/>
                  <a:gd name="f65" fmla="cos 1 f63"/>
                  <a:gd name="f66" fmla="sin 1 f63"/>
                  <a:gd name="f67" fmla="*/ f62 f36 1"/>
                  <a:gd name="f68" fmla="+- 0 0 f65"/>
                  <a:gd name="f69" fmla="+- 0 0 f66"/>
                  <a:gd name="f70" fmla="+- 0 0 f68"/>
                  <a:gd name="f71" fmla="+- 0 0 f69"/>
                  <a:gd name="f72" fmla="val f70"/>
                  <a:gd name="f73" fmla="val f71"/>
                  <a:gd name="f74" fmla="*/ f72 f49 1"/>
                  <a:gd name="f75" fmla="*/ f73 f58 1"/>
                  <a:gd name="f76" fmla="+- f40 0 f74"/>
                  <a:gd name="f77" fmla="+- f58 0 f75"/>
                  <a:gd name="f78" fmla="+- f41 f75 0"/>
                  <a:gd name="f79" fmla="+- f78 0 f58"/>
                  <a:gd name="f80" fmla="*/ f76 f36 1"/>
                  <a:gd name="f81" fmla="*/ f77 f36 1"/>
                  <a:gd name="f82" fmla="*/ f79 f3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47" y="f43"/>
                  </a:cxn>
                  <a:cxn ang="f34">
                    <a:pos x="f43" y="f61"/>
                  </a:cxn>
                  <a:cxn ang="f35">
                    <a:pos x="f47" y="f48"/>
                  </a:cxn>
                </a:cxnLst>
                <a:rect l="f80" t="f81" r="f47" b="f82"/>
                <a:pathLst>
                  <a:path stroke="0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  <a:close/>
                  </a:path>
                  <a:path fill="none">
                    <a:moveTo>
                      <a:pt x="f47" y="f48"/>
                    </a:moveTo>
                    <a:arcTo wR="f57" hR="f64" stAng="f1" swAng="f1"/>
                    <a:lnTo>
                      <a:pt x="f60" y="f67"/>
                    </a:lnTo>
                    <a:arcTo wR="f57" hR="f64" stAng="f6" swAng="f8"/>
                    <a:arcTo wR="f57" hR="f64" stAng="f1" swAng="f8"/>
                    <a:lnTo>
                      <a:pt x="f60" y="f64"/>
                    </a:lnTo>
                    <a:arcTo wR="f57" hR="f64" stAng="f0" swAng="f1"/>
                  </a:path>
                </a:pathLst>
              </a:custGeom>
              <a:noFill/>
              <a:ln w="19046" cap="flat">
                <a:solidFill>
                  <a:srgbClr val="C50E1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</p:grpSp>
      </p:grpSp>
      <p:sp>
        <p:nvSpPr>
          <p:cNvPr id="39" name="Text 2">
            <a:extLst>
              <a:ext uri="{FF2B5EF4-FFF2-40B4-BE49-F238E27FC236}">
                <a16:creationId xmlns:a16="http://schemas.microsoft.com/office/drawing/2014/main" id="{7C0942FF-16FD-3430-B2F7-7F3BCD525891}"/>
              </a:ext>
            </a:extLst>
          </p:cNvPr>
          <p:cNvSpPr/>
          <p:nvPr/>
        </p:nvSpPr>
        <p:spPr>
          <a:xfrm>
            <a:off x="302856" y="913621"/>
            <a:ext cx="164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50C1E"/>
                </a:solidFill>
                <a:latin typeface="Arial" pitchFamily="34" charset="0"/>
                <a:cs typeface="Arial" pitchFamily="34" charset="-120"/>
              </a:rPr>
              <a:t>Cost function:</a:t>
            </a:r>
            <a:endParaRPr lang="en-US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B029CB4-F95C-06DF-27EB-94874D03B0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376" y="3213993"/>
            <a:ext cx="4228624" cy="3187919"/>
          </a:xfrm>
          <a:prstGeom prst="rect">
            <a:avLst/>
          </a:prstGeom>
          <a:noFill/>
          <a:ln cap="flat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E111836A-B098-1497-F687-116E831EBA53}"/>
                  </a:ext>
                </a:extLst>
              </p:cNvPr>
              <p:cNvSpPr/>
              <p:nvPr/>
            </p:nvSpPr>
            <p:spPr>
              <a:xfrm>
                <a:off x="5146637" y="649030"/>
                <a:ext cx="3694507" cy="303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communication</m:t>
                      </m:r>
                      <m: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steps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E111836A-B098-1497-F687-116E831EB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37" y="649030"/>
                <a:ext cx="3694507" cy="303117"/>
              </a:xfrm>
              <a:prstGeom prst="rect">
                <a:avLst/>
              </a:prstGeom>
              <a:blipFill>
                <a:blip r:embed="rId11"/>
                <a:stretch>
                  <a:fillRect l="-1320" b="-14000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600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1713-03CA-02FE-404E-86D69B82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E4829DE-EED1-3BE3-235A-676BF4001AF9}"/>
              </a:ext>
            </a:extLst>
          </p:cNvPr>
          <p:cNvSpPr/>
          <p:nvPr/>
        </p:nvSpPr>
        <p:spPr>
          <a:xfrm>
            <a:off x="4641991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F1C06-0FB0-B55E-7331-AD3A5DB3FFE9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7E8B602-DF13-1474-7E31-0390F8D33052}"/>
              </a:ext>
            </a:extLst>
          </p:cNvPr>
          <p:cNvSpPr/>
          <p:nvPr/>
        </p:nvSpPr>
        <p:spPr>
          <a:xfrm>
            <a:off x="722491" y="1172872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ports simultaneously</a:t>
            </a: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5643C49-EBE0-40C9-C255-ADE92BB3D85F}"/>
              </a:ext>
            </a:extLst>
          </p:cNvPr>
          <p:cNvSpPr/>
          <p:nvPr/>
        </p:nvSpPr>
        <p:spPr>
          <a:xfrm>
            <a:off x="722491" y="139125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left </a:t>
            </a:r>
            <a:r>
              <a:rPr lang="en-US" sz="1400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with the same distance offset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2E29519-3D70-82CA-DC85-86368583C1A0}"/>
              </a:ext>
            </a:extLst>
          </p:cNvPr>
          <p:cNvSpPr/>
          <p:nvPr/>
        </p:nvSpPr>
        <p:spPr>
          <a:xfrm>
            <a:off x="4592207" y="1176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D93C6DF-D6DB-00D0-A5C6-25E930B389B0}"/>
              </a:ext>
            </a:extLst>
          </p:cNvPr>
          <p:cNvSpPr/>
          <p:nvPr/>
        </p:nvSpPr>
        <p:spPr>
          <a:xfrm>
            <a:off x="728079" y="2094966"/>
            <a:ext cx="3429000" cy="53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/>
                <a:ea typeface="Arial" pitchFamily="34" charset="-122"/>
                <a:cs typeface="Arial"/>
              </a:rPr>
              <a:t>Both incoming messages are reduced together before forwarding</a:t>
            </a:r>
            <a:endParaRPr lang="en-US" sz="1400" dirty="0">
              <a:solidFill>
                <a:srgbClr val="555555"/>
              </a:solidFill>
            </a:endParaRP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18F1F608-D12B-CD57-8C14-097F85F6C54C}"/>
              </a:ext>
            </a:extLst>
          </p:cNvPr>
          <p:cNvSpPr/>
          <p:nvPr/>
        </p:nvSpPr>
        <p:spPr>
          <a:xfrm>
            <a:off x="722491" y="1926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reduction</a:t>
            </a:r>
            <a:endParaRPr lang="en-US" sz="1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16ED340-30A2-ED7D-10C5-1799A818748D}"/>
              </a:ext>
            </a:extLst>
          </p:cNvPr>
          <p:cNvSpPr/>
          <p:nvPr/>
        </p:nvSpPr>
        <p:spPr>
          <a:xfrm>
            <a:off x="5173841" y="1172872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communication distance</a:t>
            </a:r>
            <a:endParaRPr lang="en-US" sz="1400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7086B0B7-E201-5F94-8979-F4D21B903FE5}"/>
              </a:ext>
            </a:extLst>
          </p:cNvPr>
          <p:cNvSpPr/>
          <p:nvPr/>
        </p:nvSpPr>
        <p:spPr>
          <a:xfrm>
            <a:off x="5173841" y="1926228"/>
            <a:ext cx="276225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Latency-optimal</a:t>
            </a:r>
            <a:endParaRPr lang="en-US" sz="14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A62A5DAD-D706-ECFE-DECA-3A3E45DC8D3C}"/>
              </a:ext>
            </a:extLst>
          </p:cNvPr>
          <p:cNvSpPr/>
          <p:nvPr/>
        </p:nvSpPr>
        <p:spPr>
          <a:xfrm>
            <a:off x="5173841" y="1418348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grows as 3ᵏ per step</a:t>
            </a:r>
            <a:endParaRPr lang="en-US" sz="1400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8950E92A-0A26-784C-BF5E-A03B31B92688}"/>
              </a:ext>
            </a:extLst>
          </p:cNvPr>
          <p:cNvSpPr/>
          <p:nvPr/>
        </p:nvSpPr>
        <p:spPr>
          <a:xfrm>
            <a:off x="5179429" y="2147464"/>
            <a:ext cx="3429000" cy="24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555555"/>
                </a:solidFill>
                <a:latin typeface="Arial"/>
                <a:cs typeface="Arial"/>
              </a:rPr>
              <a:t>Trivance reaches all nodes in </a:t>
            </a: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₃ n steps</a:t>
            </a:r>
            <a:r>
              <a:rPr lang="en-US" sz="140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endParaRPr lang="en-US" sz="1400" dirty="0">
              <a:solidFill>
                <a:srgbClr val="555555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716EF30-8465-753C-AF81-CDA99565FEB9}"/>
              </a:ext>
            </a:extLst>
          </p:cNvPr>
          <p:cNvSpPr/>
          <p:nvPr/>
        </p:nvSpPr>
        <p:spPr>
          <a:xfrm>
            <a:off x="4636403" y="1973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BA5282-54D0-E642-49D7-C33B73154173}"/>
              </a:ext>
            </a:extLst>
          </p:cNvPr>
          <p:cNvSpPr/>
          <p:nvPr/>
        </p:nvSpPr>
        <p:spPr>
          <a:xfrm>
            <a:off x="190639" y="1220380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DA63756-1443-4FE5-CDC6-2A011D68FF1E}"/>
              </a:ext>
            </a:extLst>
          </p:cNvPr>
          <p:cNvSpPr/>
          <p:nvPr/>
        </p:nvSpPr>
        <p:spPr>
          <a:xfrm>
            <a:off x="190639" y="1973736"/>
            <a:ext cx="350520" cy="350520"/>
          </a:xfrm>
          <a:prstGeom prst="rect">
            <a:avLst/>
          </a:prstGeom>
          <a:solidFill>
            <a:srgbClr val="C50C1E"/>
          </a:solidFill>
          <a:ln>
            <a:solidFill>
              <a:srgbClr val="C50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A562084-6FD1-6CCF-F399-482FE0E8B6B0}"/>
              </a:ext>
            </a:extLst>
          </p:cNvPr>
          <p:cNvSpPr/>
          <p:nvPr/>
        </p:nvSpPr>
        <p:spPr>
          <a:xfrm>
            <a:off x="152400" y="115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19FFC82-9F2C-B5F9-B169-51291E908330}"/>
              </a:ext>
            </a:extLst>
          </p:cNvPr>
          <p:cNvSpPr/>
          <p:nvPr/>
        </p:nvSpPr>
        <p:spPr>
          <a:xfrm>
            <a:off x="136917" y="19158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5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13653150-7D7C-4363-A87A-C0B6A3A1D422}"/>
              </a:ext>
            </a:extLst>
          </p:cNvPr>
          <p:cNvSpPr/>
          <p:nvPr/>
        </p:nvSpPr>
        <p:spPr>
          <a:xfrm>
            <a:off x="4592207" y="1931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∧</a:t>
            </a:r>
            <a:r>
              <a:rPr lang="de-DE" sz="1600" dirty="0"/>
              <a:t> </a:t>
            </a:r>
            <a:endParaRPr lang="en-US" sz="15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9DDA2DD-4CC0-76A0-0C28-1C0BCD53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1" y="2732739"/>
            <a:ext cx="7966197" cy="33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890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2F98-7841-6D0A-D2F3-20D8A451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5A49A2-668F-10F1-097E-5A8BD6749094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to multidimensional tori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fig5.jpg">
            <a:extLst>
              <a:ext uri="{FF2B5EF4-FFF2-40B4-BE49-F238E27FC236}">
                <a16:creationId xmlns:a16="http://schemas.microsoft.com/office/drawing/2014/main" id="{2DD4CF08-B666-5988-0432-55909B3AD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0390"/>
            <a:ext cx="8369300" cy="40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40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963B-E1EE-FA6D-1706-11BC2B0D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E89F8C-6B46-9A17-A55E-DDD0533CE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92" y="1744916"/>
            <a:ext cx="8360079" cy="19317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F923D4-C52C-CA25-EFA8-12B97EE7957C}"/>
              </a:ext>
            </a:extLst>
          </p:cNvPr>
          <p:cNvSpPr txBox="1"/>
          <p:nvPr/>
        </p:nvSpPr>
        <p:spPr>
          <a:xfrm>
            <a:off x="220979" y="905380"/>
            <a:ext cx="397764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Extention to arbitrary network sizes</a:t>
            </a:r>
            <a:endParaRPr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28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80E6-46C5-E637-2ABE-5F701E8A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E7D32-1445-9A9F-2288-65E801F530AD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C26A25B-4EAE-AD1C-2B64-EECE5466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61" y="2133193"/>
            <a:ext cx="4035229" cy="2791919"/>
          </a:xfrm>
          <a:prstGeom prst="rect">
            <a:avLst/>
          </a:prstGeom>
        </p:spPr>
      </p:pic>
      <p:pic>
        <p:nvPicPr>
          <p:cNvPr id="3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FE6BD34-1292-49F0-5DDC-87EDD4E0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061" y="2133193"/>
            <a:ext cx="3919695" cy="2848132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13D7A675-C529-08EB-CCD2-2BB3EF8F2776}"/>
              </a:ext>
            </a:extLst>
          </p:cNvPr>
          <p:cNvSpPr/>
          <p:nvPr/>
        </p:nvSpPr>
        <p:spPr>
          <a:xfrm>
            <a:off x="338475" y="187667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Ring </a:t>
            </a:r>
            <a:r>
              <a:rPr lang="en-US" sz="1400" b="1" dirty="0" err="1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Optimalities</a:t>
            </a:r>
            <a:r>
              <a:rPr lang="en-US" sz="1400" b="1" dirty="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 for Latency, Bandwidth and Tx</a:t>
            </a:r>
            <a:endParaRPr lang="en-US" sz="1400" b="1" dirty="0">
              <a:solidFill>
                <a:srgbClr val="1A1A1A"/>
              </a:solidFill>
              <a:latin typeface="Arial"/>
              <a:cs typeface="Arial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7F18E71-5188-77D5-6264-2CFC8908599B}"/>
              </a:ext>
            </a:extLst>
          </p:cNvPr>
          <p:cNvSpPr/>
          <p:nvPr/>
        </p:nvSpPr>
        <p:spPr>
          <a:xfrm>
            <a:off x="4645004" y="187667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Torus </a:t>
            </a:r>
            <a:r>
              <a:rPr lang="en-US" sz="1400" b="1" dirty="0" err="1">
                <a:solidFill>
                  <a:srgbClr val="1A1A1A"/>
                </a:solidFill>
                <a:latin typeface="Arial"/>
                <a:cs typeface="Arial"/>
              </a:rPr>
              <a:t>Optimalities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 for Transmission Delay</a:t>
            </a:r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246846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3271</Words>
  <Application>Microsoft Office PowerPoint</Application>
  <PresentationFormat>Bildschirmpräsentation (4:3)</PresentationFormat>
  <Paragraphs>1077</Paragraphs>
  <Slides>45</Slides>
  <Notes>11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45</vt:i4>
      </vt:variant>
    </vt:vector>
  </HeadingPairs>
  <TitlesOfParts>
    <vt:vector size="46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 Jürß</dc:creator>
  <cp:keywords/>
  <dc:description>generated using python-pptx</dc:description>
  <cp:lastModifiedBy>TU-Pseudonym 4594547788954313</cp:lastModifiedBy>
  <cp:revision>504</cp:revision>
  <dcterms:created xsi:type="dcterms:W3CDTF">2013-01-27T09:14:16Z</dcterms:created>
  <dcterms:modified xsi:type="dcterms:W3CDTF">2026-10-18T11:04:15Z</dcterms:modified>
  <cp:category/>
</cp:coreProperties>
</file>